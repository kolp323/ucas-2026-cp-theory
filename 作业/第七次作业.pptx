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6858000" type="screen4x3"/>
  <p:notesSz cx="6708775" cy="9774238"/>
  <p:defaultTextStyle>
    <a:defPPr>
      <a:defRPr lang="en-US"/>
    </a:defPPr>
    <a:lvl1pPr algn="l" rtl="0" fontAlgn="base">
      <a:spcBef>
        <a:spcPct val="1"/>
      </a:spcBef>
      <a:spcAft>
        <a:spcPct val="1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1"/>
      </a:spcBef>
      <a:spcAft>
        <a:spcPct val="1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1"/>
      </a:spcBef>
      <a:spcAft>
        <a:spcPct val="1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1"/>
      </a:spcBef>
      <a:spcAft>
        <a:spcPct val="1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1"/>
      </a:spcBef>
      <a:spcAft>
        <a:spcPct val="1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">
          <p15:clr>
            <a:srgbClr val="A4A3A4"/>
          </p15:clr>
        </p15:guide>
        <p15:guide id="2" pos="575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  <a:srgbClr val="FFFFCC"/>
    <a:srgbClr val="CCFFCC"/>
    <a:srgbClr val="FFCCFF"/>
    <a:srgbClr val="CCFFFF"/>
    <a:srgbClr val="CCECFF"/>
    <a:srgbClr val="66FF66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5900" autoAdjust="0"/>
  </p:normalViewPr>
  <p:slideViewPr>
    <p:cSldViewPr>
      <p:cViewPr varScale="1">
        <p:scale>
          <a:sx n="86" d="100"/>
          <a:sy n="86" d="100"/>
        </p:scale>
        <p:origin x="891" y="45"/>
      </p:cViewPr>
      <p:guideLst>
        <p:guide orient="horz" pos="144"/>
        <p:guide pos="5759"/>
      </p:guideLst>
    </p:cSldViewPr>
  </p:slideViewPr>
  <p:outlineViewPr>
    <p:cViewPr>
      <p:scale>
        <a:sx n="33" d="100"/>
        <a:sy n="33" d="100"/>
      </p:scale>
      <p:origin x="0" y="-201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06713" cy="4889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534" tIns="45768" rIns="91534" bIns="45768" numCol="1" anchor="t" anchorCtr="0" compatLnSpc="1"/>
          <a:lstStyle>
            <a:lvl1pPr defTabSz="916305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02063" y="0"/>
            <a:ext cx="2906712" cy="4889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534" tIns="45768" rIns="91534" bIns="45768" numCol="1" anchor="t" anchorCtr="0" compatLnSpc="1"/>
          <a:lstStyle>
            <a:lvl1pPr algn="r" defTabSz="916305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911225" y="733425"/>
            <a:ext cx="4887913" cy="36655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/>
          <a:lstStyle/>
          <a:p>
            <a:endParaRPr/>
          </a:p>
        </p:txBody>
      </p:sp>
      <p:sp>
        <p:nvSpPr>
          <p:cNvPr id="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3763" y="4641850"/>
            <a:ext cx="4921250" cy="43989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534" tIns="45768" rIns="91534" bIns="45768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  <a:endParaRPr/>
          </a:p>
          <a:p>
            <a:pPr lvl="1"/>
            <a:r>
              <a:rPr lang="en-US" altLang="zh-CN" noProof="0"/>
              <a:t>Second level</a:t>
            </a:r>
            <a:endParaRPr/>
          </a:p>
          <a:p>
            <a:pPr lvl="2"/>
            <a:r>
              <a:rPr lang="en-US" altLang="zh-CN" noProof="0"/>
              <a:t>Third level</a:t>
            </a:r>
            <a:endParaRPr/>
          </a:p>
          <a:p>
            <a:pPr lvl="3"/>
            <a:r>
              <a:rPr lang="en-US" altLang="zh-CN" noProof="0"/>
              <a:t>Fourth level</a:t>
            </a:r>
            <a:endParaRPr/>
          </a:p>
          <a:p>
            <a:pPr lvl="4"/>
            <a:r>
              <a:rPr lang="en-US" altLang="zh-CN" noProof="0"/>
              <a:t>Fifth level</a:t>
            </a:r>
            <a:endParaRPr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85288"/>
            <a:ext cx="2906713" cy="4889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534" tIns="45768" rIns="91534" bIns="45768" numCol="1" anchor="b" anchorCtr="0" compatLnSpc="1"/>
          <a:lstStyle>
            <a:lvl1pPr defTabSz="916305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02063" y="9285288"/>
            <a:ext cx="2906712" cy="4889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534" tIns="45768" rIns="91534" bIns="45768" numCol="1" anchor="b" anchorCtr="0" compatLnSpc="1"/>
          <a:lstStyle>
            <a:lvl1pPr algn="r" defTabSz="916305" eaLnBrk="0" hangingPunct="0">
              <a:defRPr sz="1200"/>
            </a:lvl1pPr>
          </a:lstStyle>
          <a:p>
            <a:pPr>
              <a:defRPr/>
            </a:pPr>
            <a:fld id="{A274B8ED-3803-4C8E-B5B0-93EBFA3759D1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955675" rtl="0" eaLnBrk="0" fontAlgn="base" hangingPunct="0">
      <a:spcBef>
        <a:spcPct val="30000"/>
      </a:spcBef>
      <a:spcAft>
        <a:spcPct val="1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66725" algn="l" defTabSz="955675" rtl="0" eaLnBrk="0" fontAlgn="base" hangingPunct="0">
      <a:spcBef>
        <a:spcPct val="30000"/>
      </a:spcBef>
      <a:spcAft>
        <a:spcPct val="1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35355" algn="l" defTabSz="955675" rtl="0" eaLnBrk="0" fontAlgn="base" hangingPunct="0">
      <a:spcBef>
        <a:spcPct val="30000"/>
      </a:spcBef>
      <a:spcAft>
        <a:spcPct val="1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402080" algn="l" defTabSz="955675" rtl="0" eaLnBrk="0" fontAlgn="base" hangingPunct="0">
      <a:spcBef>
        <a:spcPct val="30000"/>
      </a:spcBef>
      <a:spcAft>
        <a:spcPct val="1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70075" algn="l" defTabSz="955675" rtl="0" eaLnBrk="0" fontAlgn="base" hangingPunct="0">
      <a:spcBef>
        <a:spcPct val="30000"/>
      </a:spcBef>
      <a:spcAft>
        <a:spcPct val="1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noProof="1"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914400" y="1676400"/>
            <a:ext cx="7543800" cy="4495800"/>
          </a:xfrm>
        </p:spPr>
        <p:txBody>
          <a:bodyPr/>
          <a:lstStyle>
            <a:lvl1pPr marL="457200" indent="-457200">
              <a:buFont typeface="Arial" panose="020B0604020202020204" pitchFamily="34" charset="0"/>
              <a:buChar char="•"/>
              <a:defRPr sz="2000" b="1"/>
            </a:lvl1pPr>
            <a:lvl2pPr marL="800100" indent="-342900">
              <a:buFont typeface="+mj-lt"/>
              <a:buAutoNum type="arabicPeriod"/>
              <a:defRPr sz="1800" b="1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/>
          </a:p>
          <a:p>
            <a:pPr lvl="1"/>
            <a:r>
              <a:rPr lang="zh-CN" altLang="en-US" noProof="1"/>
              <a:t>第二级</a:t>
            </a:r>
            <a:endParaRPr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2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/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3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4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/>
          </a:p>
        </p:txBody>
      </p:sp>
      <p:sp>
        <p:nvSpPr>
          <p:cNvPr id="27" name="内容占位符 2"/>
          <p:cNvSpPr>
            <a:spLocks noGrp="1"/>
          </p:cNvSpPr>
          <p:nvPr>
            <p:ph sz="half" idx="1"/>
          </p:nvPr>
        </p:nvSpPr>
        <p:spPr>
          <a:xfrm>
            <a:off x="914400" y="1676400"/>
            <a:ext cx="36957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/>
          </a:p>
          <a:p>
            <a:pPr lvl="1"/>
            <a:r>
              <a:rPr lang="zh-CN" altLang="en-US" noProof="1"/>
              <a:t>第二级</a:t>
            </a:r>
            <a:endParaRPr/>
          </a:p>
          <a:p>
            <a:pPr lvl="2"/>
            <a:r>
              <a:rPr lang="zh-CN" altLang="en-US" noProof="1"/>
              <a:t>第三级</a:t>
            </a:r>
            <a:endParaRPr/>
          </a:p>
          <a:p>
            <a:pPr lvl="3"/>
            <a:r>
              <a:rPr lang="zh-CN" altLang="en-US" noProof="1"/>
              <a:t>第四级</a:t>
            </a:r>
            <a:endParaRPr/>
          </a:p>
          <a:p>
            <a:pPr lvl="4"/>
            <a:r>
              <a:rPr lang="zh-CN" altLang="en-US" noProof="1"/>
              <a:t>第五级</a:t>
            </a:r>
            <a:endParaRPr/>
          </a:p>
        </p:txBody>
      </p:sp>
      <p:sp>
        <p:nvSpPr>
          <p:cNvPr id="28" name="内容占位符 3"/>
          <p:cNvSpPr>
            <a:spLocks noGrp="1"/>
          </p:cNvSpPr>
          <p:nvPr>
            <p:ph sz="half" idx="2"/>
          </p:nvPr>
        </p:nvSpPr>
        <p:spPr>
          <a:xfrm>
            <a:off x="4762500" y="1676400"/>
            <a:ext cx="36957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/>
          </a:p>
          <a:p>
            <a:pPr lvl="1"/>
            <a:r>
              <a:rPr lang="zh-CN" altLang="en-US" noProof="1"/>
              <a:t>第二级</a:t>
            </a:r>
            <a:endParaRPr/>
          </a:p>
          <a:p>
            <a:pPr lvl="2"/>
            <a:r>
              <a:rPr lang="zh-CN" altLang="en-US" noProof="1"/>
              <a:t>第三级</a:t>
            </a:r>
            <a:endParaRPr/>
          </a:p>
          <a:p>
            <a:pPr lvl="3"/>
            <a:r>
              <a:rPr lang="zh-CN" altLang="en-US" noProof="1"/>
              <a:t>第四级</a:t>
            </a:r>
            <a:endParaRPr/>
          </a:p>
          <a:p>
            <a:pPr lvl="4"/>
            <a:r>
              <a:rPr lang="zh-CN" altLang="en-US" noProof="1"/>
              <a:t>第五级</a:t>
            </a:r>
            <a:endParaRPr/>
          </a:p>
        </p:txBody>
      </p:sp>
      <p:sp>
        <p:nvSpPr>
          <p:cNvPr id="29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1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/>
          </a:p>
        </p:txBody>
      </p:sp>
      <p:sp>
        <p:nvSpPr>
          <p:cNvPr id="34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/>
          </a:p>
        </p:txBody>
      </p:sp>
      <p:sp>
        <p:nvSpPr>
          <p:cNvPr id="35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/>
          </a:p>
          <a:p>
            <a:pPr lvl="1"/>
            <a:r>
              <a:rPr lang="zh-CN" altLang="en-US" noProof="1"/>
              <a:t>第二级</a:t>
            </a:r>
            <a:endParaRPr/>
          </a:p>
          <a:p>
            <a:pPr lvl="2"/>
            <a:r>
              <a:rPr lang="zh-CN" altLang="en-US" noProof="1"/>
              <a:t>第三级</a:t>
            </a:r>
            <a:endParaRPr/>
          </a:p>
          <a:p>
            <a:pPr lvl="3"/>
            <a:r>
              <a:rPr lang="zh-CN" altLang="en-US" noProof="1"/>
              <a:t>第四级</a:t>
            </a:r>
            <a:endParaRPr/>
          </a:p>
          <a:p>
            <a:pPr lvl="4"/>
            <a:r>
              <a:rPr lang="zh-CN" altLang="en-US" noProof="1"/>
              <a:t>第五级</a:t>
            </a:r>
            <a:endParaRPr/>
          </a:p>
        </p:txBody>
      </p:sp>
      <p:sp>
        <p:nvSpPr>
          <p:cNvPr id="36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/>
          </a:p>
        </p:txBody>
      </p:sp>
      <p:sp>
        <p:nvSpPr>
          <p:cNvPr id="37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/>
          </a:p>
          <a:p>
            <a:pPr lvl="1"/>
            <a:r>
              <a:rPr lang="zh-CN" altLang="en-US" noProof="1"/>
              <a:t>第二级</a:t>
            </a:r>
            <a:endParaRPr/>
          </a:p>
          <a:p>
            <a:pPr lvl="2"/>
            <a:r>
              <a:rPr lang="zh-CN" altLang="en-US" noProof="1"/>
              <a:t>第三级</a:t>
            </a:r>
            <a:endParaRPr/>
          </a:p>
          <a:p>
            <a:pPr lvl="3"/>
            <a:r>
              <a:rPr lang="zh-CN" altLang="en-US" noProof="1"/>
              <a:t>第四级</a:t>
            </a:r>
            <a:endParaRPr/>
          </a:p>
          <a:p>
            <a:pPr lvl="4"/>
            <a:r>
              <a:rPr lang="zh-CN" altLang="en-US" noProof="1"/>
              <a:t>第五级</a:t>
            </a:r>
            <a:endParaRPr/>
          </a:p>
        </p:txBody>
      </p:sp>
      <p:sp>
        <p:nvSpPr>
          <p:cNvPr id="38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9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0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4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5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8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9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/>
          </a:p>
        </p:txBody>
      </p:sp>
      <p:sp>
        <p:nvSpPr>
          <p:cNvPr id="52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/>
          </a:p>
          <a:p>
            <a:pPr lvl="1"/>
            <a:r>
              <a:rPr lang="zh-CN" altLang="en-US" noProof="1"/>
              <a:t>第二级</a:t>
            </a:r>
            <a:endParaRPr/>
          </a:p>
          <a:p>
            <a:pPr lvl="2"/>
            <a:r>
              <a:rPr lang="zh-CN" altLang="en-US" noProof="1"/>
              <a:t>第三级</a:t>
            </a:r>
            <a:endParaRPr/>
          </a:p>
          <a:p>
            <a:pPr lvl="3"/>
            <a:r>
              <a:rPr lang="zh-CN" altLang="en-US" noProof="1"/>
              <a:t>第四级</a:t>
            </a:r>
            <a:endParaRPr/>
          </a:p>
          <a:p>
            <a:pPr lvl="4"/>
            <a:r>
              <a:rPr lang="zh-CN" altLang="en-US" noProof="1"/>
              <a:t>第五级</a:t>
            </a:r>
            <a:endParaRPr/>
          </a:p>
        </p:txBody>
      </p:sp>
      <p:sp>
        <p:nvSpPr>
          <p:cNvPr id="53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/>
          </a:p>
        </p:txBody>
      </p:sp>
      <p:sp>
        <p:nvSpPr>
          <p:cNvPr id="5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6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/>
          </a:p>
        </p:txBody>
      </p:sp>
      <p:sp>
        <p:nvSpPr>
          <p:cNvPr id="59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60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/>
          </a:p>
        </p:txBody>
      </p:sp>
      <p:sp>
        <p:nvSpPr>
          <p:cNvPr id="61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2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3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/>
          </a:p>
        </p:txBody>
      </p:sp>
      <p:sp>
        <p:nvSpPr>
          <p:cNvPr id="66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/>
          </a:p>
          <a:p>
            <a:pPr lvl="1"/>
            <a:r>
              <a:rPr lang="zh-CN" altLang="en-US" noProof="1"/>
              <a:t>第二级</a:t>
            </a:r>
            <a:endParaRPr/>
          </a:p>
          <a:p>
            <a:pPr lvl="2"/>
            <a:r>
              <a:rPr lang="zh-CN" altLang="en-US" noProof="1"/>
              <a:t>第三级</a:t>
            </a:r>
            <a:endParaRPr/>
          </a:p>
          <a:p>
            <a:pPr lvl="3"/>
            <a:r>
              <a:rPr lang="zh-CN" altLang="en-US" noProof="1"/>
              <a:t>第四级</a:t>
            </a:r>
            <a:endParaRPr/>
          </a:p>
          <a:p>
            <a:pPr lvl="4"/>
            <a:r>
              <a:rPr lang="zh-CN" altLang="en-US" noProof="1"/>
              <a:t>第五级</a:t>
            </a:r>
            <a:endParaRPr/>
          </a:p>
        </p:txBody>
      </p:sp>
      <p:sp>
        <p:nvSpPr>
          <p:cNvPr id="67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8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9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1"/>
          </p:cNvSpPr>
          <p:nvPr>
            <p:ph type="title" orient="vert"/>
          </p:nvPr>
        </p:nvSpPr>
        <p:spPr>
          <a:xfrm>
            <a:off x="6572250" y="457200"/>
            <a:ext cx="1885950" cy="57150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/>
          </a:p>
        </p:txBody>
      </p:sp>
      <p:sp>
        <p:nvSpPr>
          <p:cNvPr id="15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457200"/>
            <a:ext cx="5505450" cy="57150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/>
          </a:p>
          <a:p>
            <a:pPr lvl="1"/>
            <a:r>
              <a:rPr lang="zh-CN" altLang="en-US" noProof="1"/>
              <a:t>第二级</a:t>
            </a:r>
            <a:endParaRPr/>
          </a:p>
          <a:p>
            <a:pPr lvl="2"/>
            <a:r>
              <a:rPr lang="zh-CN" altLang="en-US" noProof="1"/>
              <a:t>第三级</a:t>
            </a:r>
            <a:endParaRPr/>
          </a:p>
          <a:p>
            <a:pPr lvl="3"/>
            <a:r>
              <a:rPr lang="zh-CN" altLang="en-US" noProof="1"/>
              <a:t>第四级</a:t>
            </a:r>
            <a:endParaRPr/>
          </a:p>
          <a:p>
            <a:pPr lvl="4"/>
            <a:r>
              <a:rPr lang="zh-CN" altLang="en-US" noProof="1"/>
              <a:t>第五级</a:t>
            </a:r>
            <a:endParaRPr/>
          </a:p>
        </p:txBody>
      </p:sp>
      <p:sp>
        <p:nvSpPr>
          <p:cNvPr id="16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8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 sz="1400">
                <a:latin typeface="Times New Roman" panose="02020603050405020304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ctr" eaLnBrk="0" hangingPunct="0">
              <a:defRPr sz="1400">
                <a:latin typeface="Times New Roman" panose="02020603050405020304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r" eaLnBrk="0" hangingPunct="0">
              <a:defRPr sz="1400">
                <a:latin typeface="Times New Roman" panose="02020603050405020304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914400" y="457200"/>
            <a:ext cx="7543800" cy="91440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/>
          <a:lstStyle/>
          <a:p>
            <a:pPr lvl="0"/>
            <a:r>
              <a:rPr lang="en-US" altLang="zh-CN"/>
              <a:t>Click to edit Master title style</a:t>
            </a:r>
            <a:endParaRPr/>
          </a:p>
        </p:txBody>
      </p:sp>
      <p:sp>
        <p:nvSpPr>
          <p:cNvPr id="6" name="Rectangle 6"/>
          <p:cNvSpPr>
            <a:spLocks noGrp="1" noChangeArrowheads="1"/>
          </p:cNvSpPr>
          <p:nvPr>
            <p:ph type="body" idx="9"/>
          </p:nvPr>
        </p:nvSpPr>
        <p:spPr bwMode="auto">
          <a:xfrm>
            <a:off x="914400" y="1676400"/>
            <a:ext cx="7543800" cy="4495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t" anchorCtr="0" compatLnSpc="1"/>
          <a:lstStyle/>
          <a:p>
            <a:pPr lvl="0"/>
            <a:r>
              <a:rPr lang="en-US" altLang="zh-CN"/>
              <a:t>Click to edit Master text styles</a:t>
            </a:r>
            <a:endParaRPr/>
          </a:p>
          <a:p>
            <a:pPr lvl="1"/>
            <a:r>
              <a:rPr lang="en-US" altLang="zh-CN"/>
              <a:t>Second level</a:t>
            </a:r>
            <a:endParaRPr/>
          </a:p>
          <a:p>
            <a:pPr lvl="2"/>
            <a:r>
              <a:rPr lang="en-US" altLang="zh-CN"/>
              <a:t>Third level</a:t>
            </a:r>
            <a:endParaRPr/>
          </a:p>
          <a:p>
            <a:pPr lvl="3"/>
            <a:r>
              <a:rPr lang="en-US" altLang="zh-CN"/>
              <a:t>Fourth level</a:t>
            </a:r>
            <a:endParaRPr/>
          </a:p>
          <a:p>
            <a:pPr lvl="4"/>
            <a:r>
              <a:rPr lang="en-US" altLang="zh-CN"/>
              <a:t>Fifth level</a:t>
            </a:r>
            <a:endParaRPr/>
          </a:p>
        </p:txBody>
      </p:sp>
      <p:sp>
        <p:nvSpPr>
          <p:cNvPr id="7" name="Rectangle 13"/>
          <p:cNvSpPr>
            <a:spLocks noChangeArrowheads="1"/>
          </p:cNvSpPr>
          <p:nvPr/>
        </p:nvSpPr>
        <p:spPr bwMode="auto">
          <a:xfrm>
            <a:off x="288925" y="425450"/>
            <a:ext cx="8574088" cy="11731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1"/>
              </a:spcBef>
              <a:spcAft>
                <a:spcPct val="1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1"/>
              </a:spcBef>
              <a:spcAft>
                <a:spcPct val="1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1"/>
              </a:spcBef>
              <a:spcAft>
                <a:spcPct val="1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1"/>
              </a:spcBef>
              <a:spcAft>
                <a:spcPct val="1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8" name="Rectangle 14"/>
          <p:cNvSpPr>
            <a:spLocks noChangeArrowheads="1"/>
          </p:cNvSpPr>
          <p:nvPr/>
        </p:nvSpPr>
        <p:spPr bwMode="auto">
          <a:xfrm>
            <a:off x="4191000" y="6477000"/>
            <a:ext cx="390525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1"/>
              </a:spcBef>
              <a:spcAft>
                <a:spcPct val="1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1"/>
              </a:spcBef>
              <a:spcAft>
                <a:spcPct val="1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1"/>
              </a:spcBef>
              <a:spcAft>
                <a:spcPct val="1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1"/>
              </a:spcBef>
              <a:spcAft>
                <a:spcPct val="1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>
              <a:defRPr/>
            </a:pPr>
            <a:fld id="{DB7B3039-5302-4A8A-872F-68F8A6D6B3FA}" type="slidenum">
              <a:rPr lang="zh-CN" altLang="en-US" sz="1400">
                <a:solidFill>
                  <a:schemeClr val="tx2"/>
                </a:solidFill>
                <a:ea typeface="宋体" pitchFamily="2" charset="-122"/>
              </a:rPr>
              <a:t>‹#›</a:t>
            </a:fld>
            <a:endParaRPr lang="en-US" altLang="zh-CN" sz="1200">
              <a:solidFill>
                <a:schemeClr val="tx2"/>
              </a:solidFill>
              <a:latin typeface="Arial" panose="020B0604020202020204" pitchFamily="34" charset="0"/>
              <a:ea typeface="宋体" pitchFamily="2" charset="-122"/>
            </a:endParaRPr>
          </a:p>
        </p:txBody>
      </p:sp>
      <p:pic>
        <p:nvPicPr>
          <p:cNvPr id="9" name="Picture 15" descr="ict1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152400" y="223838"/>
            <a:ext cx="3505200" cy="53816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 17"/>
          <p:cNvSpPr>
            <a:spLocks noChangeArrowheads="1"/>
          </p:cNvSpPr>
          <p:nvPr/>
        </p:nvSpPr>
        <p:spPr bwMode="gray">
          <a:xfrm>
            <a:off x="917575" y="133985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1"/>
              </a:spcBef>
              <a:spcAft>
                <a:spcPct val="1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1"/>
              </a:spcBef>
              <a:spcAft>
                <a:spcPct val="1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1"/>
              </a:spcBef>
              <a:spcAft>
                <a:spcPct val="1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1"/>
              </a:spcBef>
              <a:spcAft>
                <a:spcPct val="1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defRPr/>
            </a:pPr>
            <a:endParaRPr kumimoji="1" lang="zh-CN" altLang="en-US">
              <a:latin typeface="Tahoma" pitchFamily="34" charset="0"/>
              <a:ea typeface="宋体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/>
  <p:txStyles>
    <p:titleStyle>
      <a:lvl1pPr algn="ctr" rtl="0" eaLnBrk="0" fontAlgn="base" hangingPunct="0">
        <a:spcBef>
          <a:spcPct val="1"/>
        </a:spcBef>
        <a:spcAft>
          <a:spcPct val="1"/>
        </a:spcAft>
        <a:defRPr sz="3200" b="1">
          <a:solidFill>
            <a:srgbClr val="063DE8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1"/>
        </a:spcBef>
        <a:spcAft>
          <a:spcPct val="1"/>
        </a:spcAft>
        <a:defRPr sz="3200" b="1">
          <a:solidFill>
            <a:srgbClr val="063DE8"/>
          </a:solidFill>
          <a:latin typeface="Book Antiqua" pitchFamily="18" charset="0"/>
        </a:defRPr>
      </a:lvl2pPr>
      <a:lvl3pPr algn="ctr" rtl="0" eaLnBrk="0" fontAlgn="base" hangingPunct="0">
        <a:spcBef>
          <a:spcPct val="1"/>
        </a:spcBef>
        <a:spcAft>
          <a:spcPct val="1"/>
        </a:spcAft>
        <a:defRPr sz="3200" b="1">
          <a:solidFill>
            <a:srgbClr val="063DE8"/>
          </a:solidFill>
          <a:latin typeface="Book Antiqua" pitchFamily="18" charset="0"/>
        </a:defRPr>
      </a:lvl3pPr>
      <a:lvl4pPr algn="ctr" rtl="0" eaLnBrk="0" fontAlgn="base" hangingPunct="0">
        <a:spcBef>
          <a:spcPct val="1"/>
        </a:spcBef>
        <a:spcAft>
          <a:spcPct val="1"/>
        </a:spcAft>
        <a:defRPr sz="3200" b="1">
          <a:solidFill>
            <a:srgbClr val="063DE8"/>
          </a:solidFill>
          <a:latin typeface="Book Antiqua" pitchFamily="18" charset="0"/>
        </a:defRPr>
      </a:lvl4pPr>
      <a:lvl5pPr algn="ctr" rtl="0" eaLnBrk="0" fontAlgn="base" hangingPunct="0">
        <a:spcBef>
          <a:spcPct val="1"/>
        </a:spcBef>
        <a:spcAft>
          <a:spcPct val="1"/>
        </a:spcAft>
        <a:defRPr sz="3200" b="1">
          <a:solidFill>
            <a:srgbClr val="063DE8"/>
          </a:solidFill>
          <a:latin typeface="Book Antiqua" pitchFamily="18" charset="0"/>
        </a:defRPr>
      </a:lvl5pPr>
      <a:lvl6pPr marL="457200" algn="ctr" rtl="0" eaLnBrk="0" fontAlgn="base" hangingPunct="0">
        <a:spcBef>
          <a:spcPct val="1"/>
        </a:spcBef>
        <a:spcAft>
          <a:spcPct val="1"/>
        </a:spcAft>
        <a:defRPr sz="3200" b="1">
          <a:solidFill>
            <a:srgbClr val="063DE8"/>
          </a:solidFill>
          <a:latin typeface="Book Antiqua" pitchFamily="18" charset="0"/>
        </a:defRPr>
      </a:lvl6pPr>
      <a:lvl7pPr marL="914400" algn="ctr" rtl="0" eaLnBrk="0" fontAlgn="base" hangingPunct="0">
        <a:spcBef>
          <a:spcPct val="1"/>
        </a:spcBef>
        <a:spcAft>
          <a:spcPct val="1"/>
        </a:spcAft>
        <a:defRPr sz="3200" b="1">
          <a:solidFill>
            <a:srgbClr val="063DE8"/>
          </a:solidFill>
          <a:latin typeface="Book Antiqua" pitchFamily="18" charset="0"/>
        </a:defRPr>
      </a:lvl7pPr>
      <a:lvl8pPr marL="1371600" algn="ctr" rtl="0" eaLnBrk="0" fontAlgn="base" hangingPunct="0">
        <a:spcBef>
          <a:spcPct val="1"/>
        </a:spcBef>
        <a:spcAft>
          <a:spcPct val="1"/>
        </a:spcAft>
        <a:defRPr sz="3200" b="1">
          <a:solidFill>
            <a:srgbClr val="063DE8"/>
          </a:solidFill>
          <a:latin typeface="Book Antiqua" pitchFamily="18" charset="0"/>
        </a:defRPr>
      </a:lvl8pPr>
      <a:lvl9pPr marL="1828800" algn="ctr" rtl="0" eaLnBrk="0" fontAlgn="base" hangingPunct="0">
        <a:spcBef>
          <a:spcPct val="1"/>
        </a:spcBef>
        <a:spcAft>
          <a:spcPct val="1"/>
        </a:spcAft>
        <a:defRPr sz="3200" b="1">
          <a:solidFill>
            <a:srgbClr val="063DE8"/>
          </a:solidFill>
          <a:latin typeface="Book Antiqua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1"/>
        </a:spcAft>
        <a:buClr>
          <a:srgbClr val="063DE8"/>
        </a:buClr>
        <a:buSzPct val="125000"/>
        <a:buChar char="•"/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1"/>
        </a:spcAft>
        <a:buClr>
          <a:srgbClr val="063DE8"/>
        </a:buClr>
        <a:buSzPct val="70000"/>
        <a:buFont typeface="Monotype Sorts" pitchFamily="2" charset="2"/>
        <a:buChar char="ä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1"/>
        </a:spcAft>
        <a:buClr>
          <a:srgbClr val="063DE8"/>
        </a:buClr>
        <a:buSzPct val="125000"/>
        <a:buChar char="•"/>
        <a:defRPr sz="22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1"/>
        </a:spcAft>
        <a:buClr>
          <a:srgbClr val="063DE8"/>
        </a:buClr>
        <a:buSzPct val="70000"/>
        <a:buFont typeface="Monotype Sorts" pitchFamily="2" charset="2"/>
        <a:buChar char="ä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1"/>
        </a:spcAft>
        <a:buClr>
          <a:srgbClr val="063DE8"/>
        </a:buClr>
        <a:buSzPct val="125000"/>
        <a:buChar char="•"/>
        <a:defRPr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1"/>
        </a:spcAft>
        <a:buClr>
          <a:srgbClr val="063DE8"/>
        </a:buClr>
        <a:buSzPct val="125000"/>
        <a:buChar char="•"/>
        <a:defRPr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1"/>
        </a:spcAft>
        <a:buClr>
          <a:srgbClr val="063DE8"/>
        </a:buClr>
        <a:buSzPct val="125000"/>
        <a:buChar char="•"/>
        <a:defRPr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1"/>
        </a:spcAft>
        <a:buClr>
          <a:srgbClr val="063DE8"/>
        </a:buClr>
        <a:buSzPct val="125000"/>
        <a:buChar char="•"/>
        <a:defRPr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1"/>
        </a:spcAft>
        <a:buClr>
          <a:srgbClr val="063DE8"/>
        </a:buClr>
        <a:buSzPct val="125000"/>
        <a:buChar char="•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宋体" pitchFamily="2" charset="-122"/>
                <a:ea typeface="宋体" pitchFamily="2" charset="-122"/>
              </a:rPr>
              <a:t>第七次作业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>
                <a:ea typeface="宋体" pitchFamily="2" charset="-122"/>
              </a:rPr>
              <a:t>练习</a:t>
            </a:r>
            <a:r>
              <a:rPr lang="en-US" altLang="zh-CN" b="1" dirty="0">
                <a:ea typeface="宋体" pitchFamily="2" charset="-122"/>
              </a:rPr>
              <a:t>4.3.1</a:t>
            </a:r>
            <a:r>
              <a:rPr lang="zh-CN" altLang="en-US" b="1" dirty="0">
                <a:ea typeface="宋体" pitchFamily="2" charset="-122"/>
              </a:rPr>
              <a:t>：对于文法</a:t>
            </a:r>
            <a:r>
              <a:rPr lang="en-US" altLang="zh-CN" b="1" dirty="0">
                <a:ea typeface="宋体" pitchFamily="2" charset="-122"/>
              </a:rPr>
              <a:t> </a:t>
            </a:r>
            <a:r>
              <a:rPr lang="zh-CN" altLang="en-US" b="1" dirty="0">
                <a:ea typeface="宋体" pitchFamily="2" charset="-122"/>
              </a:rPr>
              <a:t>S</a:t>
            </a:r>
            <a:r>
              <a:rPr lang="en-US" altLang="zh-CN" b="1" dirty="0">
                <a:ea typeface="宋体" pitchFamily="2" charset="-122"/>
              </a:rPr>
              <a:t> </a:t>
            </a:r>
            <a:r>
              <a:rPr lang="zh-CN" altLang="en-US" b="1" dirty="0">
                <a:ea typeface="宋体" pitchFamily="2" charset="-122"/>
              </a:rPr>
              <a:t>→</a:t>
            </a:r>
            <a:r>
              <a:rPr lang="en-US" altLang="zh-CN" b="1" dirty="0">
                <a:ea typeface="宋体" pitchFamily="2" charset="-122"/>
              </a:rPr>
              <a:t> </a:t>
            </a:r>
            <a:r>
              <a:rPr lang="zh-CN" altLang="en-US" b="1" dirty="0">
                <a:ea typeface="宋体" pitchFamily="2" charset="-122"/>
              </a:rPr>
              <a:t>SS+</a:t>
            </a:r>
            <a:r>
              <a:rPr lang="en-US" altLang="zh-CN" b="1" dirty="0">
                <a:ea typeface="宋体" pitchFamily="2" charset="-122"/>
              </a:rPr>
              <a:t> </a:t>
            </a:r>
            <a:r>
              <a:rPr lang="zh-CN" altLang="en-US" b="1" dirty="0">
                <a:ea typeface="宋体" pitchFamily="2" charset="-122"/>
              </a:rPr>
              <a:t>|</a:t>
            </a:r>
            <a:r>
              <a:rPr lang="en-US" altLang="zh-CN" b="1" dirty="0">
                <a:ea typeface="宋体" pitchFamily="2" charset="-122"/>
              </a:rPr>
              <a:t> </a:t>
            </a:r>
            <a:r>
              <a:rPr lang="zh-CN" altLang="en-US" b="1" dirty="0">
                <a:ea typeface="宋体" pitchFamily="2" charset="-122"/>
              </a:rPr>
              <a:t>S</a:t>
            </a:r>
            <a:r>
              <a:rPr lang="en-US" altLang="zh-CN" b="1" dirty="0">
                <a:ea typeface="宋体" pitchFamily="2" charset="-122"/>
              </a:rPr>
              <a:t>* </a:t>
            </a:r>
            <a:r>
              <a:rPr lang="zh-CN" altLang="en-US" b="1" dirty="0">
                <a:ea typeface="宋体" pitchFamily="2" charset="-122"/>
              </a:rPr>
              <a:t>|</a:t>
            </a:r>
            <a:r>
              <a:rPr lang="en-US" altLang="zh-CN" b="1" dirty="0">
                <a:ea typeface="宋体" pitchFamily="2" charset="-122"/>
              </a:rPr>
              <a:t> a </a:t>
            </a:r>
            <a:r>
              <a:rPr lang="zh-CN" altLang="en-US" b="1" dirty="0">
                <a:ea typeface="宋体" pitchFamily="2" charset="-122"/>
              </a:rPr>
              <a:t>，</a:t>
            </a:r>
            <a:r>
              <a:rPr lang="zh-CN" altLang="en-US" b="1" dirty="0"/>
              <a:t>指出下列最右句型归约时使用的句柄：</a:t>
            </a:r>
            <a:endParaRPr dirty="0"/>
          </a:p>
          <a:p>
            <a:pPr lvl="1"/>
            <a:r>
              <a:rPr lang="en-US" altLang="zh-CN" dirty="0">
                <a:ea typeface="宋体" pitchFamily="2" charset="-122"/>
                <a:cs typeface="+mn-cs"/>
                <a:sym typeface="+mn-ea"/>
              </a:rPr>
              <a:t>a*</a:t>
            </a:r>
            <a:r>
              <a:rPr lang="en-US" altLang="zh-CN" dirty="0" err="1">
                <a:ea typeface="宋体" pitchFamily="2" charset="-122"/>
                <a:cs typeface="+mn-cs"/>
                <a:sym typeface="+mn-ea"/>
              </a:rPr>
              <a:t>a+aa</a:t>
            </a:r>
            <a:r>
              <a:rPr lang="en-US" altLang="zh-CN" dirty="0">
                <a:ea typeface="宋体" pitchFamily="2" charset="-122"/>
                <a:cs typeface="+mn-cs"/>
                <a:sym typeface="+mn-ea"/>
              </a:rPr>
              <a:t>++</a:t>
            </a:r>
            <a:endParaRPr lang="en-US" altLang="zh-CN" b="1" dirty="0"/>
          </a:p>
          <a:p>
            <a:pPr lvl="1"/>
            <a:r>
              <a:rPr lang="en-US" altLang="zh-CN" dirty="0" err="1">
                <a:ea typeface="宋体" pitchFamily="2" charset="-122"/>
                <a:cs typeface="+mn-cs"/>
                <a:sym typeface="+mn-ea"/>
              </a:rPr>
              <a:t>SS+a</a:t>
            </a:r>
            <a:r>
              <a:rPr lang="en-US" altLang="zh-CN" dirty="0">
                <a:ea typeface="宋体" pitchFamily="2" charset="-122"/>
                <a:cs typeface="+mn-cs"/>
                <a:sym typeface="+mn-ea"/>
              </a:rPr>
              <a:t>*+</a:t>
            </a:r>
            <a:endParaRPr lang="en-US" altLang="zh-CN" b="1" dirty="0"/>
          </a:p>
          <a:p>
            <a:pPr lvl="1"/>
            <a:r>
              <a:rPr lang="en-US" altLang="zh-CN" dirty="0">
                <a:ea typeface="宋体" pitchFamily="2" charset="-122"/>
                <a:cs typeface="+mn-cs"/>
                <a:sym typeface="+mn-ea"/>
              </a:rPr>
              <a:t>SS*+</a:t>
            </a:r>
            <a:endParaRPr lang="zh-CN" altLang="en-US" b="1" i="1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>
                <a:ea typeface="宋体" pitchFamily="2" charset="-122"/>
              </a:rPr>
              <a:t>练习</a:t>
            </a:r>
            <a:r>
              <a:rPr lang="en-US" altLang="zh-CN" b="1" dirty="0">
                <a:ea typeface="宋体" pitchFamily="2" charset="-122"/>
              </a:rPr>
              <a:t>4.3.2</a:t>
            </a:r>
            <a:r>
              <a:rPr lang="zh-CN" altLang="en-US" b="1" dirty="0">
                <a:ea typeface="宋体" pitchFamily="2" charset="-122"/>
              </a:rPr>
              <a:t>：</a:t>
            </a:r>
            <a:r>
              <a:rPr lang="zh-CN" altLang="en-US" b="1" dirty="0"/>
              <a:t>考虑文法</a:t>
            </a:r>
            <a:endParaRPr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b="1" dirty="0"/>
              <a:t>		S </a:t>
            </a:r>
            <a:r>
              <a:rPr lang="zh-CN" altLang="en-US" dirty="0">
                <a:ea typeface="宋体" pitchFamily="2" charset="-122"/>
                <a:sym typeface="+mn-ea"/>
              </a:rPr>
              <a:t>→</a:t>
            </a:r>
            <a:r>
              <a:rPr lang="en-US" altLang="zh-CN" dirty="0">
                <a:ea typeface="宋体" pitchFamily="2" charset="-122"/>
                <a:sym typeface="+mn-ea"/>
              </a:rPr>
              <a:t> x = E | E</a:t>
            </a:r>
            <a:endParaRPr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ea typeface="宋体" pitchFamily="2" charset="-122"/>
                <a:sym typeface="+mn-ea"/>
              </a:rPr>
              <a:t>		E </a:t>
            </a:r>
            <a:r>
              <a:rPr lang="zh-CN" altLang="en-US" dirty="0">
                <a:ea typeface="宋体" pitchFamily="2" charset="-122"/>
                <a:sym typeface="+mn-ea"/>
              </a:rPr>
              <a:t>→</a:t>
            </a:r>
            <a:r>
              <a:rPr lang="en-US" altLang="zh-CN" dirty="0">
                <a:ea typeface="宋体" pitchFamily="2" charset="-122"/>
                <a:sym typeface="+mn-ea"/>
              </a:rPr>
              <a:t> E + x | x</a:t>
            </a:r>
            <a:endParaRPr dirty="0"/>
          </a:p>
          <a:p>
            <a:pPr lvl="1"/>
            <a:r>
              <a:rPr lang="zh-CN" altLang="en-US" b="1" dirty="0"/>
              <a:t>增广该文法，构造 </a:t>
            </a:r>
            <a:r>
              <a:rPr lang="en-US" altLang="zh-CN" b="1" dirty="0"/>
              <a:t>SLR </a:t>
            </a:r>
            <a:r>
              <a:rPr lang="zh-CN" altLang="en-US" b="1" dirty="0"/>
              <a:t>项目集和状态转化图</a:t>
            </a:r>
            <a:endParaRPr dirty="0"/>
          </a:p>
          <a:p>
            <a:pPr lvl="1"/>
            <a:r>
              <a:rPr lang="zh-CN" altLang="en-US"/>
              <a:t>构造</a:t>
            </a:r>
            <a:r>
              <a:rPr lang="zh-CN" altLang="en-US" b="1"/>
              <a:t>这个</a:t>
            </a:r>
            <a:r>
              <a:rPr lang="zh-CN" altLang="en-US" b="1" dirty="0"/>
              <a:t>文法的语法分析表</a:t>
            </a:r>
            <a:endParaRPr dirty="0"/>
          </a:p>
          <a:p>
            <a:pPr lvl="1"/>
            <a:r>
              <a:rPr lang="zh-CN" altLang="en-US" b="1" dirty="0"/>
              <a:t>这个文法是不是 </a:t>
            </a:r>
            <a:r>
              <a:rPr lang="en-US" altLang="zh-CN" b="1" dirty="0"/>
              <a:t>SLR </a:t>
            </a:r>
            <a:r>
              <a:rPr lang="zh-CN" altLang="en-US" b="1" dirty="0"/>
              <a:t>文法？为什么？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文本框 10"/>
          <p:cNvSpPr txBox="1"/>
          <p:nvPr/>
        </p:nvSpPr>
        <p:spPr>
          <a:xfrm>
            <a:off x="6372200" y="950467"/>
            <a:ext cx="25202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1800" b="1" dirty="0">
                <a:solidFill>
                  <a:srgbClr val="063DE8"/>
                </a:solidFill>
              </a:rPr>
              <a:t>截止日期：202</a:t>
            </a:r>
            <a:r>
              <a:rPr lang="en-US" altLang="zh-CN" sz="1800" b="1" dirty="0">
                <a:solidFill>
                  <a:srgbClr val="063DE8"/>
                </a:solidFill>
              </a:rPr>
              <a:t>6</a:t>
            </a:r>
            <a:r>
              <a:rPr lang="en-US" sz="1800" b="1" dirty="0">
                <a:solidFill>
                  <a:srgbClr val="063DE8"/>
                </a:solidFill>
              </a:rPr>
              <a:t>.</a:t>
            </a:r>
            <a:r>
              <a:rPr lang="zh-CN" sz="1800" b="1" dirty="0">
                <a:solidFill>
                  <a:srgbClr val="063DE8"/>
                </a:solidFill>
              </a:rPr>
              <a:t>0</a:t>
            </a:r>
            <a:r>
              <a:rPr lang="en-US" altLang="zh-CN" sz="1800" b="1" dirty="0">
                <a:solidFill>
                  <a:srgbClr val="063DE8"/>
                </a:solidFill>
              </a:rPr>
              <a:t>4</a:t>
            </a:r>
            <a:r>
              <a:rPr lang="en-US" sz="1800" b="1" dirty="0">
                <a:solidFill>
                  <a:srgbClr val="063DE8"/>
                </a:solidFill>
              </a:rPr>
              <a:t>.</a:t>
            </a:r>
            <a:r>
              <a:rPr lang="en-US" altLang="zh-CN" sz="1800" b="1" dirty="0">
                <a:solidFill>
                  <a:srgbClr val="063DE8"/>
                </a:solidFill>
              </a:rPr>
              <a:t>21</a:t>
            </a:r>
            <a:endParaRPr lang="zh-CN" altLang="en-US" sz="1800" b="1" dirty="0">
              <a:solidFill>
                <a:srgbClr val="063DE8"/>
              </a:solidFill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宋体" pitchFamily="2" charset="-122"/>
                <a:ea typeface="宋体" pitchFamily="2" charset="-122"/>
                <a:sym typeface="+mn-ea"/>
              </a:rPr>
              <a:t>第七次作业</a:t>
            </a:r>
            <a:endParaRPr lang="zh-CN" altLang="en-US" dirty="0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2000" dirty="0">
                <a:ea typeface="宋体" pitchFamily="2" charset="-122"/>
                <a:sym typeface="+mn-ea"/>
              </a:rPr>
              <a:t>练习</a:t>
            </a:r>
            <a:r>
              <a:rPr lang="en-US" altLang="zh-CN" sz="2000" dirty="0">
                <a:ea typeface="宋体" pitchFamily="2" charset="-122"/>
                <a:sym typeface="+mn-ea"/>
              </a:rPr>
              <a:t>4.3.3</a:t>
            </a:r>
            <a:r>
              <a:rPr lang="zh-CN" altLang="en-US" sz="2000" dirty="0">
                <a:ea typeface="宋体" pitchFamily="2" charset="-122"/>
                <a:sym typeface="+mn-ea"/>
              </a:rPr>
              <a:t>：</a:t>
            </a:r>
            <a:r>
              <a:rPr lang="zh-CN" altLang="en-US" sz="2000" dirty="0">
                <a:sym typeface="+mn-ea"/>
              </a:rPr>
              <a:t>对 </a:t>
            </a:r>
            <a:r>
              <a:rPr lang="en-US" altLang="zh-CN" sz="2000" dirty="0">
                <a:ea typeface="宋体" pitchFamily="2" charset="-122"/>
                <a:sym typeface="+mn-ea"/>
              </a:rPr>
              <a:t>4.3.2 </a:t>
            </a:r>
            <a:r>
              <a:rPr lang="zh-CN" altLang="en-US" sz="2000" dirty="0">
                <a:sym typeface="+mn-ea"/>
              </a:rPr>
              <a:t>中文法</a:t>
            </a:r>
            <a:endParaRPr lang="en-US" altLang="zh-CN" sz="2000" b="1" dirty="0"/>
          </a:p>
          <a:p>
            <a:pPr lvl="1"/>
            <a:r>
              <a:rPr lang="zh-CN" altLang="en-US" sz="2000" dirty="0">
                <a:sym typeface="+mn-ea"/>
              </a:rPr>
              <a:t>构造规范 </a:t>
            </a:r>
            <a:r>
              <a:rPr lang="en-US" altLang="zh-CN" sz="2000" dirty="0">
                <a:sym typeface="+mn-ea"/>
              </a:rPr>
              <a:t>LR </a:t>
            </a:r>
            <a:r>
              <a:rPr lang="zh-CN" altLang="en-US" sz="2000" dirty="0">
                <a:sym typeface="+mn-ea"/>
              </a:rPr>
              <a:t>项目集和状态转化图</a:t>
            </a:r>
            <a:endParaRPr lang="en-US" altLang="zh-CN" sz="2000" b="1" dirty="0"/>
          </a:p>
          <a:p>
            <a:pPr lvl="1"/>
            <a:r>
              <a:rPr lang="zh-CN" altLang="en-US" sz="2000" dirty="0">
                <a:sym typeface="+mn-ea"/>
              </a:rPr>
              <a:t>构建语法分析表 </a:t>
            </a:r>
            <a:endParaRPr lang="en-US" altLang="zh-CN" sz="2000" b="1" dirty="0"/>
          </a:p>
          <a:p>
            <a:pPr lvl="1"/>
            <a:r>
              <a:rPr lang="zh-CN" altLang="en-US" sz="2000" dirty="0">
                <a:sym typeface="+mn-ea"/>
              </a:rPr>
              <a:t>构建 </a:t>
            </a:r>
            <a:r>
              <a:rPr lang="en-US" altLang="zh-CN" sz="2000" dirty="0">
                <a:sym typeface="+mn-ea"/>
              </a:rPr>
              <a:t>LALR </a:t>
            </a:r>
            <a:r>
              <a:rPr lang="zh-CN" altLang="en-US" sz="2000" dirty="0">
                <a:sym typeface="+mn-ea"/>
              </a:rPr>
              <a:t>项目集族</a:t>
            </a:r>
            <a:endParaRPr lang="zh-CN" altLang="en-US" sz="2000" b="1" dirty="0"/>
          </a:p>
          <a:p>
            <a:endParaRPr lang="zh-CN" altLang="en-US" dirty="0"/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ibm0325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ibm0325">
      <a:majorFont>
        <a:latin typeface="Book Antiqua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124</Words>
  <Application>Microsoft Office PowerPoint</Application>
  <PresentationFormat>全屏显示(4:3)</PresentationFormat>
  <Paragraphs>17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Monotype Sorts</vt:lpstr>
      <vt:lpstr>宋体</vt:lpstr>
      <vt:lpstr>Arial</vt:lpstr>
      <vt:lpstr>Book Antiqua</vt:lpstr>
      <vt:lpstr>Tahoma</vt:lpstr>
      <vt:lpstr>Times New Roman</vt:lpstr>
      <vt:lpstr>ibm0325</vt:lpstr>
      <vt:lpstr>第七次作业</vt:lpstr>
      <vt:lpstr>第七次作业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玉龙 张</cp:lastModifiedBy>
  <cp:revision>9</cp:revision>
  <dcterms:created xsi:type="dcterms:W3CDTF">2026-04-14T00:05:31Z</dcterms:created>
  <dcterms:modified xsi:type="dcterms:W3CDTF">2026-04-14T02:55:51Z</dcterms:modified>
</cp:coreProperties>
</file>