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9144000" cy="6858000" type="screen4x3"/>
  <p:notesSz cx="6708775" cy="9774238"/>
  <p:defaultTextStyle>
    <a:defPPr>
      <a:defRPr lang="en-US"/>
    </a:defPPr>
    <a:lvl1pPr marL="0" lvl="0"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1"/>
      </a:spcBef>
      <a:spcAft>
        <a:spcPct val="1"/>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CCFFCC"/>
    <a:srgbClr val="FFCCFF"/>
    <a:srgbClr val="CCFFFF"/>
    <a:srgbClr val="CCECFF"/>
    <a:srgbClr val="66FF66"/>
    <a:srgbClr val="FFFF99"/>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1"/>
    <p:restoredTop sz="96327"/>
  </p:normalViewPr>
  <p:slideViewPr>
    <p:cSldViewPr showGuides="1">
      <p:cViewPr varScale="1">
        <p:scale>
          <a:sx n="86" d="100"/>
          <a:sy n="86" d="100"/>
        </p:scale>
        <p:origin x="1077" y="45"/>
      </p:cViewPr>
      <p:guideLst>
        <p:guide orient="horz" pos="144"/>
        <p:guide pos="5759"/>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1"/>
              </a:spcBef>
              <a:spcAft>
                <a:spcPct val="1"/>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1"/>
              </a:spcBef>
              <a:spcAft>
                <a:spcPct val="1"/>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Rectangle 4"/>
          <p:cNvSpPr>
            <a:spLocks noGrp="1" noRot="1" noChangeAspect="1"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txBody>
          <a:bodyPr/>
          <a:lstStyle/>
          <a:p>
            <a:endParaRPr/>
          </a:p>
        </p:txBody>
      </p:sp>
      <p:sp>
        <p:nvSpPr>
          <p:cNvPr id="5"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1"/>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a:p>
          <a:p>
            <a:pPr marL="466725" marR="0" lvl="1" indent="0" algn="l" defTabSz="955675" rtl="0" eaLnBrk="0" fontAlgn="base" latinLnBrk="0" hangingPunct="0">
              <a:lnSpc>
                <a:spcPct val="100000"/>
              </a:lnSpc>
              <a:spcBef>
                <a:spcPct val="30000"/>
              </a:spcBef>
              <a:spcAft>
                <a:spcPct val="1"/>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a:p>
          <a:p>
            <a:pPr marL="935355" marR="0" lvl="2" indent="0" algn="l" defTabSz="955675" rtl="0" eaLnBrk="0" fontAlgn="base" latinLnBrk="0" hangingPunct="0">
              <a:lnSpc>
                <a:spcPct val="100000"/>
              </a:lnSpc>
              <a:spcBef>
                <a:spcPct val="30000"/>
              </a:spcBef>
              <a:spcAft>
                <a:spcPct val="1"/>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a:p>
          <a:p>
            <a:pPr marL="1402080" marR="0" lvl="3" indent="0" algn="l" defTabSz="955675" rtl="0" eaLnBrk="0" fontAlgn="base" latinLnBrk="0" hangingPunct="0">
              <a:lnSpc>
                <a:spcPct val="100000"/>
              </a:lnSpc>
              <a:spcBef>
                <a:spcPct val="30000"/>
              </a:spcBef>
              <a:spcAft>
                <a:spcPct val="1"/>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a:p>
          <a:p>
            <a:pPr marL="1870075" marR="0" lvl="4" indent="0" algn="l" defTabSz="955675" rtl="0" eaLnBrk="0" fontAlgn="base" latinLnBrk="0" hangingPunct="0">
              <a:lnSpc>
                <a:spcPct val="100000"/>
              </a:lnSpc>
              <a:spcBef>
                <a:spcPct val="30000"/>
              </a:spcBef>
              <a:spcAft>
                <a:spcPct val="1"/>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a:p>
        </p:txBody>
      </p:sp>
      <p:sp>
        <p:nvSpPr>
          <p:cNvPr id="6"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1"/>
              </a:spcBef>
              <a:spcAft>
                <a:spcPct val="1"/>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lstStyle>
            <a:lvl1pPr algn="r" defTabSz="916305">
              <a:defRPr sz="1200"/>
            </a:lvl1pPr>
          </a:lstStyle>
          <a:p>
            <a:pPr marL="0" marR="0" lvl="0" indent="0" algn="r" defTabSz="916305" rtl="0" eaLnBrk="0" fontAlgn="base" latinLnBrk="0" hangingPunct="0">
              <a:lnSpc>
                <a:spcPct val="100000"/>
              </a:lnSpc>
              <a:spcBef>
                <a:spcPct val="1"/>
              </a:spcBef>
              <a:spcAft>
                <a:spcPct val="1"/>
              </a:spcAft>
              <a:buClrTx/>
              <a:buSzTx/>
              <a:buFontTx/>
              <a:buNone/>
              <a:defRPr/>
            </a:pPr>
            <a:fld id="{E6F9B8ED-23E7-4A92-839D-1992F636C5A1}"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1"/>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1"/>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1"/>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1"/>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1"/>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lstStyle/>
          <a:p>
            <a:pPr lvl="0" algn="r" defTabSz="916305"/>
            <a:fld id="{9A0DB2DC-4C9A-4742-B13C-FB6460FD3503}" type="slidenum">
              <a:rPr lang="zh-CN" altLang="en-US" sz="1200" dirty="0">
                <a:ea typeface="宋体" pitchFamily="2" charset="-122"/>
              </a:rPr>
              <a:t>1</a:t>
            </a:fld>
            <a:endParaRPr lang="zh-CN" altLang="en-US" sz="1200" dirty="0">
              <a:ea typeface="宋体" pitchFamily="2" charset="-122"/>
            </a:endParaRPr>
          </a:p>
        </p:txBody>
      </p:sp>
      <p:sp>
        <p:nvSpPr>
          <p:cNvPr id="3" name="Rectangle 2"/>
          <p:cNvSpPr>
            <a:spLocks noGrp="1" noRot="1" noChangeAspect="1" noTextEdit="1"/>
          </p:cNvSpPr>
          <p:nvPr>
            <p:ph type="sldImg"/>
          </p:nvPr>
        </p:nvSpPr>
        <p:spPr/>
        <p:txBody>
          <a:bodyPr/>
          <a:lstStyle/>
          <a:p>
            <a:endParaRPr/>
          </a:p>
        </p:txBody>
      </p:sp>
      <p:sp>
        <p:nvSpPr>
          <p:cNvPr id="4" name="Rectangle 3"/>
          <p:cNvSpPr>
            <a:spLocks noGrp="1"/>
          </p:cNvSpPr>
          <p:nvPr>
            <p:ph type="body" idx="1"/>
          </p:nvPr>
        </p:nvSpPr>
        <p:spPr/>
        <p:txBody>
          <a:bodyPr wrap="square" lIns="91534" tIns="45768" rIns="91534" bIns="45768" anchor="t" anchorCtr="0"/>
          <a:lstStyle/>
          <a:p>
            <a:pPr lvl="0"/>
            <a:endParaRPr lang="zh-CN" altLang="en-US" dirty="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lstStyle/>
          <a:p>
            <a:pPr lvl="0" algn="r" defTabSz="916305"/>
            <a:fld id="{9A0DB2DC-4C9A-4742-B13C-FB6460FD3503}" type="slidenum">
              <a:rPr lang="zh-CN" altLang="en-US" sz="1200" dirty="0">
                <a:ea typeface="宋体" pitchFamily="2" charset="-122"/>
              </a:rPr>
              <a:t>2</a:t>
            </a:fld>
            <a:endParaRPr lang="zh-CN" altLang="en-US" sz="1200" dirty="0">
              <a:ea typeface="宋体" pitchFamily="2" charset="-122"/>
            </a:endParaRPr>
          </a:p>
        </p:txBody>
      </p:sp>
      <p:sp>
        <p:nvSpPr>
          <p:cNvPr id="7" name="Rectangle 2"/>
          <p:cNvSpPr>
            <a:spLocks noGrp="1" noRot="1" noChangeAspect="1" noTextEdit="1"/>
          </p:cNvSpPr>
          <p:nvPr>
            <p:ph type="sldImg"/>
          </p:nvPr>
        </p:nvSpPr>
        <p:spPr/>
        <p:txBody>
          <a:bodyPr/>
          <a:lstStyle/>
          <a:p>
            <a:endParaRPr/>
          </a:p>
        </p:txBody>
      </p:sp>
      <p:sp>
        <p:nvSpPr>
          <p:cNvPr id="8" name="Rectangle 3"/>
          <p:cNvSpPr>
            <a:spLocks noGrp="1"/>
          </p:cNvSpPr>
          <p:nvPr>
            <p:ph type="body" idx="1"/>
          </p:nvPr>
        </p:nvSpPr>
        <p:spPr/>
        <p:txBody>
          <a:bodyPr wrap="square" lIns="91534" tIns="45768" rIns="91534" bIns="45768" anchor="t" anchorCtr="0"/>
          <a:lstStyle/>
          <a:p>
            <a:pPr lvl="0"/>
            <a:endParaRPr lang="zh-CN" altLang="en-US" dirty="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a:p>
        </p:txBody>
      </p:sp>
      <p:sp>
        <p:nvSpPr>
          <p:cNvPr id="9" name="内容占位符 2"/>
          <p:cNvSpPr>
            <a:spLocks noGrp="1"/>
          </p:cNvSpPr>
          <p:nvPr>
            <p:ph idx="1"/>
          </p:nvPr>
        </p:nvSpPr>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10"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11"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12"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0"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a:p>
        </p:txBody>
      </p:sp>
      <p:sp>
        <p:nvSpPr>
          <p:cNvPr id="21"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a:p>
        </p:txBody>
      </p:sp>
      <p:sp>
        <p:nvSpPr>
          <p:cNvPr id="22"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23"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24"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a:p>
        </p:txBody>
      </p:sp>
      <p:sp>
        <p:nvSpPr>
          <p:cNvPr id="27"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28"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29"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0"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1"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33"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a:p>
        </p:txBody>
      </p:sp>
      <p:sp>
        <p:nvSpPr>
          <p:cNvPr id="34"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35"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36"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37"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38"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9"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40"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a:p>
        </p:txBody>
      </p:sp>
      <p:sp>
        <p:nvSpPr>
          <p:cNvPr id="4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4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4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48"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49"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51"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a:p>
        </p:txBody>
      </p:sp>
      <p:sp>
        <p:nvSpPr>
          <p:cNvPr id="52"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53"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a:p>
        </p:txBody>
      </p:sp>
      <p:sp>
        <p:nvSpPr>
          <p:cNvPr id="54"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55"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56"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58"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a:p>
        </p:txBody>
      </p:sp>
      <p:sp>
        <p:nvSpPr>
          <p:cNvPr id="59"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1"/>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60"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a:p>
        </p:txBody>
      </p:sp>
      <p:sp>
        <p:nvSpPr>
          <p:cNvPr id="61"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62"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63"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a:p>
        </p:txBody>
      </p:sp>
      <p:sp>
        <p:nvSpPr>
          <p:cNvPr id="66" name="竖排文字占位符 2"/>
          <p:cNvSpPr>
            <a:spLocks noGrp="1"/>
          </p:cNvSpPr>
          <p:nvPr>
            <p:ph type="body" orient="vert" idx="1"/>
          </p:nvPr>
        </p:nvSpPr>
        <p:spPr/>
        <p:txBody>
          <a:bodyPr vert="eaVert"/>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7"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68"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69"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垂直排列标题与文本">
    <p:spTree>
      <p:nvGrpSpPr>
        <p:cNvPr id="1" name=""/>
        <p:cNvGrpSpPr/>
        <p:nvPr/>
      </p:nvGrpSpPr>
      <p:grpSpPr>
        <a:xfrm>
          <a:off x="0" y="0"/>
          <a:ext cx="0" cy="0"/>
          <a:chOff x="0" y="0"/>
          <a:chExt cx="0" cy="0"/>
        </a:xfrm>
      </p:grpSpPr>
      <p:sp>
        <p:nvSpPr>
          <p:cNvPr id="14"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a:p>
        </p:txBody>
      </p:sp>
      <p:sp>
        <p:nvSpPr>
          <p:cNvPr id="15"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16"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17"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18"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itchFamily="2" charset="-122"/>
              </a:defRPr>
            </a:lvl1p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itchFamily="2" charset="-122"/>
              </a:defRPr>
            </a:lvl1pPr>
          </a:lstStyle>
          <a:p>
            <a:pPr marL="0" marR="0" lvl="0" indent="0" algn="ct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itchFamily="2" charset="-122"/>
              </a:defRPr>
            </a:lvl1pPr>
          </a:lstStyle>
          <a:p>
            <a:pPr marL="0" marR="0" lvl="0" indent="0" algn="r" defTabSz="914400" rtl="0" eaLnBrk="0" fontAlgn="base" latinLnBrk="0" hangingPunct="0">
              <a:lnSpc>
                <a:spcPct val="100000"/>
              </a:lnSpc>
              <a:spcBef>
                <a:spcPct val="1"/>
              </a:spcBef>
              <a:spcAft>
                <a:spcPct val="1"/>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5"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lstStyle/>
          <a:p>
            <a:pPr lvl="0"/>
            <a:r>
              <a:rPr lang="en-US" altLang="zh-CN" dirty="0"/>
              <a:t>Click to edit Master title style</a:t>
            </a:r>
            <a:endParaRPr/>
          </a:p>
        </p:txBody>
      </p:sp>
      <p:sp>
        <p:nvSpPr>
          <p:cNvPr id="6"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lstStyle/>
          <a:p>
            <a:pPr lvl="0"/>
            <a:r>
              <a:rPr lang="en-US" altLang="zh-CN" dirty="0"/>
              <a:t>Click to edit Master text styles</a:t>
            </a:r>
            <a:endParaRPr/>
          </a:p>
          <a:p>
            <a:pPr lvl="1"/>
            <a:r>
              <a:rPr lang="en-US" altLang="zh-CN" dirty="0"/>
              <a:t>Second level</a:t>
            </a:r>
            <a:endParaRPr/>
          </a:p>
          <a:p>
            <a:pPr lvl="2"/>
            <a:r>
              <a:rPr lang="en-US" altLang="zh-CN" dirty="0"/>
              <a:t>Third level</a:t>
            </a:r>
            <a:endParaRPr/>
          </a:p>
          <a:p>
            <a:pPr lvl="3"/>
            <a:r>
              <a:rPr lang="en-US" altLang="zh-CN" dirty="0"/>
              <a:t>Fourth level</a:t>
            </a:r>
            <a:endParaRPr/>
          </a:p>
          <a:p>
            <a:pPr lvl="4"/>
            <a:r>
              <a:rPr lang="en-US" altLang="zh-CN" dirty="0"/>
              <a:t>Fifth level</a:t>
            </a:r>
            <a:endParaRPr/>
          </a:p>
        </p:txBody>
      </p:sp>
      <p:sp>
        <p:nvSpPr>
          <p:cNvPr id="7"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1"/>
              </a:spcBef>
              <a:spcAft>
                <a:spcPct val="1"/>
              </a:spcAft>
              <a:defRPr sz="2400">
                <a:solidFill>
                  <a:schemeClr val="tx1"/>
                </a:solidFill>
                <a:latin typeface="Times New Roman" panose="02020603050405020304" pitchFamily="18" charset="0"/>
              </a:defRPr>
            </a:lvl6pPr>
            <a:lvl7pPr marL="2971800" indent="-228600" eaLnBrk="0" fontAlgn="base" hangingPunct="0">
              <a:spcBef>
                <a:spcPct val="1"/>
              </a:spcBef>
              <a:spcAft>
                <a:spcPct val="1"/>
              </a:spcAft>
              <a:defRPr sz="2400">
                <a:solidFill>
                  <a:schemeClr val="tx1"/>
                </a:solidFill>
                <a:latin typeface="Times New Roman" panose="02020603050405020304" pitchFamily="18" charset="0"/>
              </a:defRPr>
            </a:lvl7pPr>
            <a:lvl8pPr marL="3429000" indent="-228600" eaLnBrk="0" fontAlgn="base" hangingPunct="0">
              <a:spcBef>
                <a:spcPct val="1"/>
              </a:spcBef>
              <a:spcAft>
                <a:spcPct val="1"/>
              </a:spcAft>
              <a:defRPr sz="2400">
                <a:solidFill>
                  <a:schemeClr val="tx1"/>
                </a:solidFill>
                <a:latin typeface="Times New Roman" panose="02020603050405020304" pitchFamily="18" charset="0"/>
              </a:defRPr>
            </a:lvl8pPr>
            <a:lvl9pPr marL="3886200" indent="-228600" eaLnBrk="0" fontAlgn="base" hangingPunct="0">
              <a:spcBef>
                <a:spcPct val="1"/>
              </a:spcBef>
              <a:spcAft>
                <a:spcPct val="1"/>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1"/>
              </a:spcBef>
              <a:spcAft>
                <a:spcPct val="1"/>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itchFamily="2" charset="-122"/>
              <a:cs typeface="+mn-cs"/>
            </a:endParaRPr>
          </a:p>
        </p:txBody>
      </p:sp>
      <p:sp>
        <p:nvSpPr>
          <p:cNvPr id="8"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1"/>
              </a:spcBef>
              <a:spcAft>
                <a:spcPct val="1"/>
              </a:spcAft>
              <a:defRPr sz="2400">
                <a:solidFill>
                  <a:schemeClr val="tx1"/>
                </a:solidFill>
                <a:latin typeface="Times New Roman" panose="02020603050405020304" pitchFamily="18" charset="0"/>
              </a:defRPr>
            </a:lvl6pPr>
            <a:lvl7pPr marL="2971800" indent="-228600" eaLnBrk="0" fontAlgn="base" hangingPunct="0">
              <a:spcBef>
                <a:spcPct val="1"/>
              </a:spcBef>
              <a:spcAft>
                <a:spcPct val="1"/>
              </a:spcAft>
              <a:defRPr sz="2400">
                <a:solidFill>
                  <a:schemeClr val="tx1"/>
                </a:solidFill>
                <a:latin typeface="Times New Roman" panose="02020603050405020304" pitchFamily="18" charset="0"/>
              </a:defRPr>
            </a:lvl7pPr>
            <a:lvl8pPr marL="3429000" indent="-228600" eaLnBrk="0" fontAlgn="base" hangingPunct="0">
              <a:spcBef>
                <a:spcPct val="1"/>
              </a:spcBef>
              <a:spcAft>
                <a:spcPct val="1"/>
              </a:spcAft>
              <a:defRPr sz="2400">
                <a:solidFill>
                  <a:schemeClr val="tx1"/>
                </a:solidFill>
                <a:latin typeface="Times New Roman" panose="02020603050405020304" pitchFamily="18" charset="0"/>
              </a:defRPr>
            </a:lvl8pPr>
            <a:lvl9pPr marL="3886200" indent="-228600" eaLnBrk="0" fontAlgn="base" hangingPunct="0">
              <a:spcBef>
                <a:spcPct val="1"/>
              </a:spcBef>
              <a:spcAft>
                <a:spcPct val="1"/>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1"/>
              </a:spcBef>
              <a:spcAft>
                <a:spcPct val="1"/>
              </a:spcAft>
              <a:buClrTx/>
              <a:buSzTx/>
              <a:buFontTx/>
              <a:buNone/>
              <a:defRPr/>
            </a:pPr>
            <a:fld id="{026AE447-6ACA-4DA5-B4DD-C32674FC7BC1}" type="slidenum">
              <a:rPr kumimoji="0" lang="zh-CN" altLang="en-US" sz="1400" b="0" i="0" u="none" strike="noStrike" kern="1200" cap="none" spc="0" normalizeH="0" baseline="0" noProof="0" smtClean="0">
                <a:ln>
                  <a:noFill/>
                </a:ln>
                <a:solidFill>
                  <a:schemeClr val="tx2"/>
                </a:solidFill>
                <a:effectLst/>
                <a:uLnTx/>
                <a:uFillTx/>
                <a:latin typeface="Times New Roman" panose="02020603050405020304" pitchFamily="18" charset="0"/>
                <a:ea typeface="宋体" pitchFamily="2" charset="-122"/>
                <a:cs typeface="+mn-cs"/>
              </a:rPr>
              <a:t>‹#›</a:t>
            </a:fld>
            <a:endParaRPr kumimoji="0" lang="en-US" altLang="zh-CN" sz="1200" b="0" i="0" u="none" strike="noStrike" kern="1200" cap="none" spc="0" normalizeH="0" baseline="0" noProof="0">
              <a:ln>
                <a:noFill/>
              </a:ln>
              <a:solidFill>
                <a:schemeClr val="tx2"/>
              </a:solidFill>
              <a:effectLst/>
              <a:uLnTx/>
              <a:uFillTx/>
              <a:latin typeface="Arial" panose="020B0604020202020204" pitchFamily="34" charset="0"/>
              <a:ea typeface="宋体" pitchFamily="2" charset="-122"/>
              <a:cs typeface="+mn-cs"/>
            </a:endParaRPr>
          </a:p>
        </p:txBody>
      </p:sp>
      <p:pic>
        <p:nvPicPr>
          <p:cNvPr id="9" name="Picture 15" descr="ict1"/>
          <p:cNvPicPr>
            <a:picLocks noChangeAspect="1"/>
          </p:cNvPicPr>
          <p:nvPr userDrawn="1"/>
        </p:nvPicPr>
        <p:blipFill>
          <a:blip r:embed="rId13"/>
          <a:stretch>
            <a:fillRect/>
          </a:stretch>
        </p:blipFill>
        <p:spPr>
          <a:xfrm>
            <a:off x="152400" y="223838"/>
            <a:ext cx="3505200" cy="538162"/>
          </a:xfrm>
          <a:prstGeom prst="rect">
            <a:avLst/>
          </a:prstGeom>
          <a:noFill/>
          <a:ln w="9525">
            <a:noFill/>
          </a:ln>
        </p:spPr>
      </p:pic>
      <p:sp>
        <p:nvSpPr>
          <p:cNvPr id="10"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1"/>
              </a:spcBef>
              <a:spcAft>
                <a:spcPct val="1"/>
              </a:spcAft>
              <a:defRPr sz="2400">
                <a:solidFill>
                  <a:schemeClr val="tx1"/>
                </a:solidFill>
                <a:latin typeface="Times New Roman" panose="02020603050405020304" pitchFamily="18" charset="0"/>
              </a:defRPr>
            </a:lvl6pPr>
            <a:lvl7pPr marL="2971800" indent="-228600" eaLnBrk="0" fontAlgn="base" hangingPunct="0">
              <a:spcBef>
                <a:spcPct val="1"/>
              </a:spcBef>
              <a:spcAft>
                <a:spcPct val="1"/>
              </a:spcAft>
              <a:defRPr sz="2400">
                <a:solidFill>
                  <a:schemeClr val="tx1"/>
                </a:solidFill>
                <a:latin typeface="Times New Roman" panose="02020603050405020304" pitchFamily="18" charset="0"/>
              </a:defRPr>
            </a:lvl7pPr>
            <a:lvl8pPr marL="3429000" indent="-228600" eaLnBrk="0" fontAlgn="base" hangingPunct="0">
              <a:spcBef>
                <a:spcPct val="1"/>
              </a:spcBef>
              <a:spcAft>
                <a:spcPct val="1"/>
              </a:spcAft>
              <a:defRPr sz="2400">
                <a:solidFill>
                  <a:schemeClr val="tx1"/>
                </a:solidFill>
                <a:latin typeface="Times New Roman" panose="02020603050405020304" pitchFamily="18" charset="0"/>
              </a:defRPr>
            </a:lvl8pPr>
            <a:lvl9pPr marL="3886200" indent="-228600" eaLnBrk="0" fontAlgn="base" hangingPunct="0">
              <a:spcBef>
                <a:spcPct val="1"/>
              </a:spcBef>
              <a:spcAft>
                <a:spcPct val="1"/>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1"/>
        </a:spcBef>
        <a:spcAft>
          <a:spcPct val="1"/>
        </a:spcAft>
        <a:defRPr sz="3200" b="1">
          <a:solidFill>
            <a:srgbClr val="063DE8"/>
          </a:solidFill>
          <a:latin typeface="+mj-lt"/>
          <a:ea typeface="+mj-ea"/>
          <a:cs typeface="+mj-cs"/>
        </a:defRPr>
      </a:lvl1pPr>
      <a:lvl2pPr algn="ctr" rtl="0" eaLnBrk="0" fontAlgn="base" hangingPunct="0">
        <a:spcBef>
          <a:spcPct val="1"/>
        </a:spcBef>
        <a:spcAft>
          <a:spcPct val="1"/>
        </a:spcAft>
        <a:defRPr sz="3200" b="1">
          <a:solidFill>
            <a:srgbClr val="063DE8"/>
          </a:solidFill>
          <a:latin typeface="Book Antiqua" pitchFamily="18" charset="0"/>
        </a:defRPr>
      </a:lvl2pPr>
      <a:lvl3pPr algn="ctr" rtl="0" eaLnBrk="0" fontAlgn="base" hangingPunct="0">
        <a:spcBef>
          <a:spcPct val="1"/>
        </a:spcBef>
        <a:spcAft>
          <a:spcPct val="1"/>
        </a:spcAft>
        <a:defRPr sz="3200" b="1">
          <a:solidFill>
            <a:srgbClr val="063DE8"/>
          </a:solidFill>
          <a:latin typeface="Book Antiqua" pitchFamily="18" charset="0"/>
        </a:defRPr>
      </a:lvl3pPr>
      <a:lvl4pPr algn="ctr" rtl="0" eaLnBrk="0" fontAlgn="base" hangingPunct="0">
        <a:spcBef>
          <a:spcPct val="1"/>
        </a:spcBef>
        <a:spcAft>
          <a:spcPct val="1"/>
        </a:spcAft>
        <a:defRPr sz="3200" b="1">
          <a:solidFill>
            <a:srgbClr val="063DE8"/>
          </a:solidFill>
          <a:latin typeface="Book Antiqua" pitchFamily="18" charset="0"/>
        </a:defRPr>
      </a:lvl4pPr>
      <a:lvl5pPr algn="ctr" rtl="0" eaLnBrk="0" fontAlgn="base" hangingPunct="0">
        <a:spcBef>
          <a:spcPct val="1"/>
        </a:spcBef>
        <a:spcAft>
          <a:spcPct val="1"/>
        </a:spcAft>
        <a:defRPr sz="3200" b="1">
          <a:solidFill>
            <a:srgbClr val="063DE8"/>
          </a:solidFill>
          <a:latin typeface="Book Antiqua" pitchFamily="18" charset="0"/>
        </a:defRPr>
      </a:lvl5pPr>
      <a:lvl6pPr marL="457200" algn="ctr" rtl="0" eaLnBrk="0" fontAlgn="base" hangingPunct="0">
        <a:spcBef>
          <a:spcPct val="1"/>
        </a:spcBef>
        <a:spcAft>
          <a:spcPct val="1"/>
        </a:spcAft>
        <a:defRPr sz="3200" b="1">
          <a:solidFill>
            <a:srgbClr val="063DE8"/>
          </a:solidFill>
          <a:latin typeface="Book Antiqua" pitchFamily="18" charset="0"/>
        </a:defRPr>
      </a:lvl6pPr>
      <a:lvl7pPr marL="914400" algn="ctr" rtl="0" eaLnBrk="0" fontAlgn="base" hangingPunct="0">
        <a:spcBef>
          <a:spcPct val="1"/>
        </a:spcBef>
        <a:spcAft>
          <a:spcPct val="1"/>
        </a:spcAft>
        <a:defRPr sz="3200" b="1">
          <a:solidFill>
            <a:srgbClr val="063DE8"/>
          </a:solidFill>
          <a:latin typeface="Book Antiqua" pitchFamily="18" charset="0"/>
        </a:defRPr>
      </a:lvl7pPr>
      <a:lvl8pPr marL="1371600" algn="ctr" rtl="0" eaLnBrk="0" fontAlgn="base" hangingPunct="0">
        <a:spcBef>
          <a:spcPct val="1"/>
        </a:spcBef>
        <a:spcAft>
          <a:spcPct val="1"/>
        </a:spcAft>
        <a:defRPr sz="3200" b="1">
          <a:solidFill>
            <a:srgbClr val="063DE8"/>
          </a:solidFill>
          <a:latin typeface="Book Antiqua" pitchFamily="18" charset="0"/>
        </a:defRPr>
      </a:lvl8pPr>
      <a:lvl9pPr marL="1828800" algn="ctr" rtl="0" eaLnBrk="0" fontAlgn="base" hangingPunct="0">
        <a:spcBef>
          <a:spcPct val="1"/>
        </a:spcBef>
        <a:spcAft>
          <a:spcPct val="1"/>
        </a:spcAft>
        <a:defRPr sz="3200" b="1">
          <a:solidFill>
            <a:srgbClr val="063DE8"/>
          </a:solidFill>
          <a:latin typeface="Book Antiqua" pitchFamily="18" charset="0"/>
        </a:defRPr>
      </a:lvl9pPr>
    </p:titleStyle>
    <p:bodyStyle>
      <a:lvl1pPr marL="342900" indent="-342900" algn="l" rtl="0" eaLnBrk="0" fontAlgn="base" hangingPunct="0">
        <a:spcBef>
          <a:spcPct val="20000"/>
        </a:spcBef>
        <a:spcAft>
          <a:spcPct val="1"/>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1"/>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1"/>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1"/>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1"/>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1"/>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1"/>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1"/>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1"/>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vert="horz" wrap="square" lIns="92075" tIns="46038" rIns="92075" bIns="46038" anchor="ctr" anchorCtr="0"/>
          <a:lstStyle/>
          <a:p>
            <a:r>
              <a:rPr lang="zh-CN" altLang="en-US" dirty="0">
                <a:latin typeface="宋体" pitchFamily="2" charset="-122"/>
                <a:ea typeface="宋体" pitchFamily="2" charset="-122"/>
                <a:sym typeface="+mn-ea"/>
              </a:rPr>
              <a:t>第五次作业</a:t>
            </a:r>
            <a:endParaRPr lang="zh-CN" altLang="en-US" dirty="0">
              <a:latin typeface="宋体" pitchFamily="2" charset="-122"/>
              <a:ea typeface="宋体" pitchFamily="2" charset="-122"/>
            </a:endParaRPr>
          </a:p>
        </p:txBody>
      </p:sp>
      <p:sp>
        <p:nvSpPr>
          <p:cNvPr id="3" name="文本框 10"/>
          <p:cNvSpPr txBox="1"/>
          <p:nvPr/>
        </p:nvSpPr>
        <p:spPr>
          <a:xfrm>
            <a:off x="6372200" y="950467"/>
            <a:ext cx="2520280" cy="368300"/>
          </a:xfrm>
          <a:prstGeom prst="rect">
            <a:avLst/>
          </a:prstGeom>
          <a:noFill/>
        </p:spPr>
        <p:txBody>
          <a:bodyPr wrap="square">
            <a:spAutoFit/>
          </a:bodyPr>
          <a:lstStyle/>
          <a:p>
            <a:r>
              <a:rPr lang="zh-CN" altLang="en-US" sz="1800" b="1" dirty="0">
                <a:solidFill>
                  <a:srgbClr val="063DE8"/>
                </a:solidFill>
              </a:rPr>
              <a:t>截止日期：202</a:t>
            </a:r>
            <a:r>
              <a:rPr lang="en-US" altLang="zh-CN" sz="1800" b="1" dirty="0">
                <a:solidFill>
                  <a:srgbClr val="063DE8"/>
                </a:solidFill>
              </a:rPr>
              <a:t>6.</a:t>
            </a:r>
            <a:r>
              <a:rPr lang="zh-CN" altLang="en-US" sz="1800" b="1" dirty="0">
                <a:solidFill>
                  <a:srgbClr val="063DE8"/>
                </a:solidFill>
              </a:rPr>
              <a:t>0</a:t>
            </a:r>
            <a:r>
              <a:rPr lang="en-US" altLang="zh-CN" sz="1800" b="1" dirty="0">
                <a:solidFill>
                  <a:srgbClr val="063DE8"/>
                </a:solidFill>
              </a:rPr>
              <a:t>4.07</a:t>
            </a:r>
            <a:endParaRPr lang="zh-CN" altLang="en-US" sz="1800" b="1" dirty="0">
              <a:solidFill>
                <a:srgbClr val="063DE8"/>
              </a:solidFill>
            </a:endParaRPr>
          </a:p>
        </p:txBody>
      </p:sp>
      <p:sp>
        <p:nvSpPr>
          <p:cNvPr id="4" name="Rectangle 3"/>
          <p:cNvSpPr>
            <a:spLocks noGrp="1" noChangeArrowheads="1"/>
          </p:cNvSpPr>
          <p:nvPr>
            <p:ph idx="1"/>
          </p:nvPr>
        </p:nvSpPr>
        <p:spPr>
          <a:xfrm>
            <a:off x="539750" y="1600200"/>
            <a:ext cx="8269605"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1"/>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练习</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4.1.1</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：考虑上下文无关文法</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S</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 → </a:t>
            </a: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+SS | *SS | a </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lang="zh-CN" altLang="en" sz="1845" b="1" dirty="0">
                <a:ea typeface="宋体" pitchFamily="2" charset="-122"/>
                <a:cs typeface="+mn-cs"/>
              </a:rPr>
              <a:t>以及</a:t>
            </a:r>
            <a:r>
              <a:rPr lang="zh-CN" altLang="en-US" sz="1845" b="1" dirty="0">
                <a:ea typeface="宋体" pitchFamily="2" charset="-122"/>
                <a:cs typeface="+mn-cs"/>
              </a:rPr>
              <a:t>串</a:t>
            </a:r>
            <a:r>
              <a:rPr lang="en-US" altLang="zh-CN" sz="1845" b="1" dirty="0">
                <a:ea typeface="宋体" pitchFamily="2" charset="-122"/>
                <a:cs typeface="+mn-cs"/>
              </a:rPr>
              <a:t>*+*</a:t>
            </a:r>
            <a:r>
              <a:rPr lang="en-US" altLang="zh-CN" sz="1845" b="1" dirty="0" err="1">
                <a:ea typeface="宋体" pitchFamily="2" charset="-122"/>
                <a:cs typeface="+mn-cs"/>
              </a:rPr>
              <a:t>aaaa</a:t>
            </a:r>
            <a:endParaRPr kumimoji="0" lang="en" altLang="zh-CN" sz="1845" b="1" i="0" u="none" strike="noStrike" kern="0" cap="none" spc="0" normalizeH="0" baseline="0" noProof="0" dirty="0">
              <a:ln>
                <a:noFill/>
              </a:ln>
              <a:solidFill>
                <a:schemeClr val="tx1"/>
              </a:solidFill>
              <a:effectLst/>
              <a:uLnTx/>
              <a:uFillTx/>
              <a:latin typeface="+mn-lt"/>
              <a:ea typeface="宋体" pitchFamily="2" charset="-122"/>
              <a:cs typeface="+mn-cs"/>
            </a:endParaRPr>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 altLang="zh-CN" sz="1845" b="1" i="0" u="none" strike="noStrike" kern="0" cap="none" spc="0" normalizeH="0" baseline="0" noProof="0" dirty="0">
                <a:ln>
                  <a:noFill/>
                </a:ln>
                <a:solidFill>
                  <a:schemeClr val="tx1"/>
                </a:solidFill>
                <a:effectLst/>
                <a:uLnTx/>
                <a:uFillTx/>
                <a:latin typeface="+mn-lt"/>
                <a:ea typeface="宋体" pitchFamily="2" charset="-122"/>
                <a:cs typeface="+mn-cs"/>
              </a:rPr>
              <a:t>1) </a:t>
            </a:r>
            <a:r>
              <a:rPr kumimoji="0" lang="zh-CN" altLang="en" sz="1845" b="1" i="0" u="none" strike="noStrike" kern="0" cap="none" spc="0" normalizeH="0" baseline="0" noProof="0" dirty="0">
                <a:ln>
                  <a:noFill/>
                </a:ln>
                <a:solidFill>
                  <a:schemeClr val="tx1"/>
                </a:solidFill>
                <a:effectLst/>
                <a:uLnTx/>
                <a:uFillTx/>
                <a:latin typeface="+mn-lt"/>
                <a:ea typeface="宋体" pitchFamily="2" charset="-122"/>
                <a:cs typeface="+mn-cs"/>
              </a:rPr>
              <a:t>给出</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这个串的一个最左推导</a:t>
            </a:r>
            <a:endParaRPr lang="zh-CN" altLang="en-US"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2</a:t>
            </a: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给出这个串的一个最右推导</a:t>
            </a:r>
            <a:endPar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endParaRPr>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lang="en-US" sz="1845" b="1" dirty="0">
                <a:ea typeface="宋体" pitchFamily="2" charset="-122"/>
                <a:cs typeface="+mn-cs"/>
              </a:rPr>
              <a:t>3) </a:t>
            </a:r>
            <a:r>
              <a:rPr lang="zh-CN" altLang="en-US" sz="1845" b="1" dirty="0">
                <a:ea typeface="宋体" pitchFamily="2" charset="-122"/>
                <a:cs typeface="+mn-cs"/>
              </a:rPr>
              <a:t>给出这个串的一棵语法分析树</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4)</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 这个文法生成的语言是什么样</a:t>
            </a:r>
            <a:r>
              <a:rPr kumimoji="0" lang="zh-CN" altLang="en-US" sz="1845" b="1" i="0" u="none" strike="noStrike" kern="0" cap="none" spc="0" normalizeH="0" baseline="0" noProof="0">
                <a:ln>
                  <a:noFill/>
                </a:ln>
                <a:solidFill>
                  <a:schemeClr val="tx1"/>
                </a:solidFill>
                <a:effectLst/>
                <a:uLnTx/>
                <a:uFillTx/>
                <a:latin typeface="+mn-lt"/>
                <a:ea typeface="宋体" pitchFamily="2" charset="-122"/>
                <a:cs typeface="+mn-cs"/>
              </a:rPr>
              <a:t>的字符串</a:t>
            </a:r>
            <a:endParaRPr lang="zh-CN" altLang="en-US"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5)</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 </a:t>
            </a:r>
            <a:r>
              <a:rPr lang="zh-CN" altLang="en-US" sz="1845" b="1" dirty="0">
                <a:ea typeface="宋体" pitchFamily="2" charset="-122"/>
                <a:cs typeface="+mn-cs"/>
              </a:rPr>
              <a:t>这个文法是否是二义性的</a:t>
            </a:r>
            <a:r>
              <a:rPr lang="en-US" altLang="zh-CN" sz="1845" b="1" dirty="0">
                <a:ea typeface="宋体" pitchFamily="2" charset="-122"/>
                <a:cs typeface="+mn-cs"/>
              </a:rPr>
              <a:t>?</a:t>
            </a:r>
            <a:r>
              <a:rPr lang="zh-CN" altLang="en-US" sz="1845" b="1" dirty="0">
                <a:ea typeface="宋体" pitchFamily="2" charset="-122"/>
                <a:cs typeface="+mn-cs"/>
              </a:rPr>
              <a:t> 证明你的回答（选做）</a:t>
            </a:r>
            <a:endPar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endParaRPr>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endParaRPr lang="en-US" altLang="zh-CN" sz="1845" b="1" dirty="0">
              <a:ea typeface="宋体" pitchFamily="2" charset="-122"/>
              <a:cs typeface="+mn-cs"/>
            </a:endParaRPr>
          </a:p>
          <a:p>
            <a:pPr marL="495300" marR="0" lvl="0" indent="-495300" algn="l" defTabSz="914400" rtl="0" eaLnBrk="0" fontAlgn="base" latinLnBrk="0" hangingPunct="0">
              <a:lnSpc>
                <a:spcPct val="100000"/>
              </a:lnSpc>
              <a:spcBef>
                <a:spcPct val="20000"/>
              </a:spcBef>
              <a:spcAft>
                <a:spcPct val="1"/>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练习</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4.1.2</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：为下面语言设计文法：所有由</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0</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1</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组成的回文（</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palindrome</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）的集合，也就是从前面和从后面读结果都相同的串的集合。</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p:cNvSpPr>
          <p:nvPr>
            <p:ph type="title"/>
          </p:nvPr>
        </p:nvSpPr>
        <p:spPr/>
        <p:txBody>
          <a:bodyPr vert="horz" wrap="square" lIns="92075" tIns="46038" rIns="92075" bIns="46038" anchor="ctr" anchorCtr="0"/>
          <a:lstStyle/>
          <a:p>
            <a:r>
              <a:rPr lang="zh-CN" altLang="en-US" dirty="0">
                <a:latin typeface="宋体" pitchFamily="2" charset="-122"/>
                <a:ea typeface="宋体" pitchFamily="2" charset="-122"/>
                <a:sym typeface="+mn-ea"/>
              </a:rPr>
              <a:t>第五次作业</a:t>
            </a:r>
            <a:endParaRPr lang="zh-CN" altLang="en-US" dirty="0">
              <a:latin typeface="宋体" pitchFamily="2" charset="-122"/>
              <a:ea typeface="宋体" pitchFamily="2" charset="-122"/>
            </a:endParaRPr>
          </a:p>
        </p:txBody>
      </p:sp>
      <p:sp>
        <p:nvSpPr>
          <p:cNvPr id="7" name="Rectangle 3"/>
          <p:cNvSpPr>
            <a:spLocks noGrp="1" noChangeArrowheads="1"/>
          </p:cNvSpPr>
          <p:nvPr>
            <p:ph idx="1"/>
          </p:nvPr>
        </p:nvSpPr>
        <p:spPr>
          <a:xfrm>
            <a:off x="539750" y="1600200"/>
            <a:ext cx="8269605" cy="48768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1"/>
              </a:spcAft>
              <a:buClr>
                <a:srgbClr val="063DE8"/>
              </a:buClr>
              <a:buSzPct val="125000"/>
              <a:buFontTx/>
              <a:buChar char="•"/>
              <a:defRPr/>
            </a:pP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练习</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4.1.3</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：下面是一个只包含符号</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a</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和</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b</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的正则表达式的文法，其中用</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替代表示并运算的字符</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a:t>
            </a:r>
            <a:r>
              <a:rPr kumimoji="0" lang="en-US" altLang="zh-CN" sz="2000"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rPr>
              <a:t>，以避免和文法中作为元符号使用竖线混淆</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rexpr→rexpr + rterm | rterm</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rterm→rterm rfactor | rfactor</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rfactor→ rfactor* | rprimary</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rprimary→ a | b</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1) 该文法有左公因子么？如果有，提取左公因子</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2</a:t>
            </a: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提取左公因子的变换能使这个文法适用于自顶向下的语法分析技术吗？</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3</a:t>
            </a: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将提取了左公因子的文法继续消除左递归</a:t>
            </a:r>
            <a:endParaRPr dirty="0"/>
          </a:p>
          <a:p>
            <a:pPr marL="457200" marR="0" lvl="1" indent="0" algn="l" defTabSz="914400" rtl="0" eaLnBrk="0" fontAlgn="base" latinLnBrk="0" hangingPunct="0">
              <a:lnSpc>
                <a:spcPct val="100000"/>
              </a:lnSpc>
              <a:spcBef>
                <a:spcPct val="20000"/>
              </a:spcBef>
              <a:spcAft>
                <a:spcPct val="1"/>
              </a:spcAft>
              <a:buClr>
                <a:srgbClr val="063DE8"/>
              </a:buClr>
              <a:buSzPct val="125000"/>
              <a:buFontTx/>
              <a:buNone/>
              <a:defRPr/>
            </a:pP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4</a:t>
            </a:r>
            <a:r>
              <a:rPr kumimoji="0" lang="en-US" altLang="zh-CN" sz="1845" b="1" i="0" u="none" strike="noStrike" kern="0" cap="none" spc="0" normalizeH="0" baseline="0" noProof="0" dirty="0">
                <a:ln>
                  <a:noFill/>
                </a:ln>
                <a:solidFill>
                  <a:schemeClr val="tx1"/>
                </a:solidFill>
                <a:effectLst/>
                <a:uLnTx/>
                <a:uFillTx/>
                <a:latin typeface="+mn-lt"/>
                <a:ea typeface="宋体" pitchFamily="2" charset="-122"/>
                <a:cs typeface="+mn-cs"/>
              </a:rPr>
              <a:t>) </a:t>
            </a:r>
            <a:r>
              <a:rPr kumimoji="0" lang="zh-CN" altLang="en-US" sz="1845" b="1" i="0" u="none" strike="noStrike" kern="0" cap="none" spc="0" normalizeH="0" baseline="0" noProof="0" dirty="0">
                <a:ln>
                  <a:noFill/>
                </a:ln>
                <a:solidFill>
                  <a:schemeClr val="tx1"/>
                </a:solidFill>
                <a:effectLst/>
                <a:uLnTx/>
                <a:uFillTx/>
                <a:latin typeface="+mn-lt"/>
                <a:ea typeface="宋体" pitchFamily="2" charset="-122"/>
                <a:cs typeface="+mn-cs"/>
              </a:rPr>
              <a:t>此时得到的文法适用于自顶向下的语法分析吗？</a:t>
            </a:r>
            <a:endParaRPr dirty="0"/>
          </a:p>
          <a:p>
            <a:pPr marL="342900" marR="0" lvl="0" indent="-342900" algn="l" defTabSz="914400" rtl="0" eaLnBrk="0" fontAlgn="base" latinLnBrk="0" hangingPunct="0">
              <a:lnSpc>
                <a:spcPct val="90000"/>
              </a:lnSpc>
              <a:spcBef>
                <a:spcPct val="20000"/>
              </a:spcBef>
              <a:spcAft>
                <a:spcPct val="1"/>
              </a:spcAft>
              <a:buClr>
                <a:srgbClr val="063DE8"/>
              </a:buClr>
              <a:buSzPct val="125000"/>
              <a:buFontTx/>
              <a:buChar char="•"/>
              <a:defRPr/>
            </a:pPr>
            <a:endParaRPr kumimoji="0" lang="zh-CN" altLang="en-US" sz="2000" b="1" i="0" u="none" strike="noStrike" kern="0" cap="none" spc="0" normalizeH="0" baseline="0" noProof="0" dirty="0">
              <a:ln>
                <a:noFill/>
              </a:ln>
              <a:solidFill>
                <a:schemeClr val="tx1"/>
              </a:solidFill>
              <a:effectLst/>
              <a:uLnTx/>
              <a:uFillTx/>
              <a:latin typeface="+mn-lt"/>
              <a:ea typeface="宋体" pitchFamily="2" charset="-122"/>
              <a:cs typeface="+mn-cs"/>
            </a:endParaRPr>
          </a:p>
        </p:txBody>
      </p:sp>
      <p:sp>
        <p:nvSpPr>
          <p:cNvPr id="2" name="文本框 10">
            <a:extLst>
              <a:ext uri="{FF2B5EF4-FFF2-40B4-BE49-F238E27FC236}">
                <a16:creationId xmlns:a16="http://schemas.microsoft.com/office/drawing/2014/main" id="{271FE598-DAC3-8A20-83BF-12D819E01CAE}"/>
              </a:ext>
            </a:extLst>
          </p:cNvPr>
          <p:cNvSpPr txBox="1"/>
          <p:nvPr/>
        </p:nvSpPr>
        <p:spPr>
          <a:xfrm>
            <a:off x="6372200" y="950467"/>
            <a:ext cx="2520280" cy="368300"/>
          </a:xfrm>
          <a:prstGeom prst="rect">
            <a:avLst/>
          </a:prstGeom>
          <a:noFill/>
        </p:spPr>
        <p:txBody>
          <a:bodyPr wrap="square">
            <a:spAutoFit/>
          </a:bodyPr>
          <a:lstStyle/>
          <a:p>
            <a:r>
              <a:rPr lang="zh-CN" altLang="en-US" sz="1800" b="1" dirty="0">
                <a:solidFill>
                  <a:srgbClr val="063DE8"/>
                </a:solidFill>
              </a:rPr>
              <a:t>截止日期：202</a:t>
            </a:r>
            <a:r>
              <a:rPr lang="en-US" altLang="zh-CN" sz="1800" b="1" dirty="0">
                <a:solidFill>
                  <a:srgbClr val="063DE8"/>
                </a:solidFill>
              </a:rPr>
              <a:t>6.</a:t>
            </a:r>
            <a:r>
              <a:rPr lang="zh-CN" altLang="en-US" sz="1800" b="1" dirty="0">
                <a:solidFill>
                  <a:srgbClr val="063DE8"/>
                </a:solidFill>
              </a:rPr>
              <a:t>0</a:t>
            </a:r>
            <a:r>
              <a:rPr lang="en-US" altLang="zh-CN" sz="1800" b="1" dirty="0">
                <a:solidFill>
                  <a:srgbClr val="063DE8"/>
                </a:solidFill>
              </a:rPr>
              <a:t>4.07</a:t>
            </a:r>
            <a:endParaRPr lang="zh-CN" altLang="en-US" sz="1800" b="1" dirty="0">
              <a:solidFill>
                <a:srgbClr val="063DE8"/>
              </a:solidFill>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271</Words>
  <Application>Microsoft Office PowerPoint</Application>
  <PresentationFormat>全屏显示(4:3)</PresentationFormat>
  <Paragraphs>25</Paragraphs>
  <Slides>2</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Monotype Sorts</vt:lpstr>
      <vt:lpstr>宋体</vt:lpstr>
      <vt:lpstr>Arial</vt:lpstr>
      <vt:lpstr>Book Antiqua</vt:lpstr>
      <vt:lpstr>Tahoma</vt:lpstr>
      <vt:lpstr>Times New Roman</vt:lpstr>
      <vt:lpstr>ibm0325</vt:lpstr>
      <vt:lpstr>第五次作业</vt:lpstr>
      <vt:lpstr>第五次作业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玉龙 张</cp:lastModifiedBy>
  <cp:revision>6</cp:revision>
  <dcterms:created xsi:type="dcterms:W3CDTF">2026-03-31T01:54:48Z</dcterms:created>
  <dcterms:modified xsi:type="dcterms:W3CDTF">2026-03-31T03:53:32Z</dcterms:modified>
</cp:coreProperties>
</file>