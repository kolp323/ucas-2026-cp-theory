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9144000" cy="6858000" type="screen4x3"/>
  <p:notesSz cx="6858000" cy="9144000"/>
  <p:defaultTextStyle>
    <a:lvl1pPr lvl="0" algn="l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/>
        <a:ea typeface="+mn-ea"/>
      </a:defRPr>
    </a:lvl1pPr>
    <a:lvl2pPr marL="457200" lvl="1" algn="l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/>
        <a:ea typeface="+mn-ea"/>
      </a:defRPr>
    </a:lvl2pPr>
    <a:lvl3pPr marL="914400" lvl="2" algn="l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/>
        <a:ea typeface="+mn-ea"/>
      </a:defRPr>
    </a:lvl3pPr>
    <a:lvl4pPr marL="1371600" lvl="3" algn="l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/>
        <a:ea typeface="+mn-ea"/>
      </a:defRPr>
    </a:lvl4pPr>
    <a:lvl5pPr marL="1828800" lvl="4" algn="l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/>
        <a:ea typeface="+mn-ea"/>
      </a:defRPr>
    </a:lvl5pPr>
    <a:lvl6pPr marL="2286000" lvl="5" algn="l" defTabSz="914400">
      <a:defRPr sz="2400" kern="1200">
        <a:solidFill>
          <a:schemeClr val="tx1"/>
        </a:solidFill>
        <a:latin typeface="Times New Roman" panose="02020603050405020304"/>
        <a:ea typeface="+mn-ea"/>
      </a:defRPr>
    </a:lvl6pPr>
    <a:lvl7pPr marL="2743200" lvl="6" algn="l" defTabSz="914400">
      <a:defRPr sz="2400" kern="1200">
        <a:solidFill>
          <a:schemeClr val="tx1"/>
        </a:solidFill>
        <a:latin typeface="Times New Roman" panose="02020603050405020304"/>
        <a:ea typeface="+mn-ea"/>
      </a:defRPr>
    </a:lvl7pPr>
    <a:lvl8pPr marL="3200400" lvl="7" algn="l" defTabSz="914400">
      <a:defRPr sz="2400" kern="1200">
        <a:solidFill>
          <a:schemeClr val="tx1"/>
        </a:solidFill>
        <a:latin typeface="Times New Roman" panose="02020603050405020304"/>
        <a:ea typeface="+mn-ea"/>
      </a:defRPr>
    </a:lvl8pPr>
    <a:lvl9pPr marL="3657600" lvl="8" algn="l" defTabSz="914400">
      <a:defRPr sz="2400" kern="1200">
        <a:solidFill>
          <a:schemeClr val="tx1"/>
        </a:solidFill>
        <a:latin typeface="Times New Roman" panose="02020603050405020304"/>
        <a:ea typeface="+mn-e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lvl="0" indent="0" algn="ctr">
              <a:buNone/>
            </a:lvl1pPr>
            <a:lvl2pPr marL="457200" lvl="1" indent="0" algn="ctr">
              <a:buNone/>
            </a:lvl2pPr>
            <a:lvl3pPr marL="914400" lvl="2" indent="0" algn="ctr">
              <a:buNone/>
            </a:lvl3pPr>
            <a:lvl4pPr marL="1371600" lvl="3" indent="0" algn="ctr">
              <a:buNone/>
            </a:lvl4pPr>
            <a:lvl5pPr marL="1828800" lvl="4" indent="0" algn="ctr">
              <a:buNone/>
            </a:lvl5pPr>
            <a:lvl6pPr marL="2286000" lvl="5" indent="0" algn="ctr">
              <a:buNone/>
            </a:lvl6pPr>
            <a:lvl7pPr marL="2743200" lvl="6" indent="0" algn="ctr">
              <a:buNone/>
            </a:lvl7pPr>
            <a:lvl8pPr marL="3200400" lvl="7" indent="0" algn="ctr">
              <a:buNone/>
            </a:lvl8pPr>
            <a:lvl9pPr marL="3657600" lvl="8" indent="0" algn="ctr">
              <a:buNone/>
            </a:lvl9pPr>
          </a:lstStyle>
          <a:p>
            <a:r>
              <a:rPr lang="zh-CN"/>
              <a:t>单击此处编辑母版副标题样式</a:t>
            </a:r>
            <a:endParaRPr lang="zh-CN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914400" y="1676400"/>
            <a:ext cx="7543800" cy="4495800"/>
          </a:xfrm>
        </p:spPr>
        <p:txBody>
          <a:bodyPr/>
          <a:lstStyle>
            <a:lvl1pPr marL="457200" lvl="0" indent="-457200">
              <a:buFont typeface="Book Antiqua" panose="02040602050305030304"/>
              <a:buAutoNum type="arabicPeriod"/>
              <a:defRPr sz="2000" b="0"/>
            </a:lvl1pPr>
            <a:lvl2pPr marL="800100" lvl="1" indent="-342900">
              <a:buFont typeface="Book Antiqua" panose="02040602050305030304"/>
              <a:buAutoNum type="arabicPeriod"/>
              <a:defRPr sz="1800"/>
            </a:lvl2pPr>
            <a:lvl3pPr lvl="2">
              <a:defRPr sz="1800"/>
            </a:lvl3pPr>
            <a:lvl4pPr lvl="3">
              <a:defRPr sz="1600"/>
            </a:lvl4pPr>
            <a:lvl5pPr lvl="4">
              <a:defRPr sz="1400"/>
            </a:lvl5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1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lvl="0" algn="l">
              <a:defRPr sz="4000" b="1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lvl="0" indent="0">
              <a:buNone/>
              <a:defRPr sz="2000"/>
            </a:lvl1pPr>
            <a:lvl2pPr marL="457200" lvl="1" indent="0">
              <a:buNone/>
              <a:defRPr sz="1800"/>
            </a:lvl2pPr>
            <a:lvl3pPr marL="914400" lvl="2" indent="0">
              <a:buNone/>
              <a:defRPr sz="1600"/>
            </a:lvl3pPr>
            <a:lvl4pPr marL="1371600" lvl="3" indent="0">
              <a:buNone/>
              <a:defRPr sz="1400"/>
            </a:lvl4pPr>
            <a:lvl5pPr marL="1828800" lvl="4" indent="0">
              <a:buNone/>
              <a:defRPr sz="1400"/>
            </a:lvl5pPr>
            <a:lvl6pPr marL="2286000" lvl="5" indent="0">
              <a:buNone/>
              <a:defRPr sz="1400"/>
            </a:lvl6pPr>
            <a:lvl7pPr marL="2743200" lvl="6" indent="0">
              <a:buNone/>
              <a:defRPr sz="1400"/>
            </a:lvl7pPr>
            <a:lvl8pPr marL="3200400" lvl="7" indent="0">
              <a:buNone/>
              <a:defRPr sz="1400"/>
            </a:lvl8pPr>
            <a:lvl9pPr marL="3657600" lvl="8" indent="0">
              <a:buNone/>
              <a:defRPr sz="14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23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24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914400" y="1676400"/>
            <a:ext cx="3695700" cy="4495800"/>
          </a:xfrm>
        </p:spPr>
        <p:txBody>
          <a:bodyPr/>
          <a:lstStyle>
            <a:lvl1pPr lvl="0">
              <a:defRPr sz="2800"/>
            </a:lvl1pPr>
            <a:lvl2pPr lvl="1">
              <a:defRPr sz="2400"/>
            </a:lvl2pPr>
            <a:lvl3pPr lvl="2">
              <a:defRPr sz="2000"/>
            </a:lvl3pPr>
            <a:lvl4pPr lvl="3">
              <a:defRPr sz="1800"/>
            </a:lvl4pPr>
            <a:lvl5pPr lvl="4">
              <a:defRPr sz="1800"/>
            </a:lvl5pPr>
            <a:lvl6pPr lvl="5">
              <a:defRPr sz="1800"/>
            </a:lvl6pPr>
            <a:lvl7pPr lvl="6">
              <a:defRPr sz="1800"/>
            </a:lvl7pPr>
            <a:lvl8pPr lvl="7">
              <a:defRPr sz="1800"/>
            </a:lvl8pPr>
            <a:lvl9pPr lvl="8">
              <a:defRPr sz="18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28" name="内容占位符 3"/>
          <p:cNvSpPr>
            <a:spLocks noGrp="1"/>
          </p:cNvSpPr>
          <p:nvPr>
            <p:ph idx="2"/>
          </p:nvPr>
        </p:nvSpPr>
        <p:spPr>
          <a:xfrm>
            <a:off x="4762500" y="1676400"/>
            <a:ext cx="3695700" cy="4495800"/>
          </a:xfrm>
        </p:spPr>
        <p:txBody>
          <a:bodyPr/>
          <a:lstStyle>
            <a:lvl1pPr lvl="0">
              <a:defRPr sz="2800"/>
            </a:lvl1pPr>
            <a:lvl2pPr lvl="1">
              <a:defRPr sz="2400"/>
            </a:lvl2pPr>
            <a:lvl3pPr lvl="2">
              <a:defRPr sz="2000"/>
            </a:lvl3pPr>
            <a:lvl4pPr lvl="3">
              <a:defRPr sz="1800"/>
            </a:lvl4pPr>
            <a:lvl5pPr lvl="4">
              <a:defRPr sz="1800"/>
            </a:lvl5pPr>
            <a:lvl6pPr lvl="5">
              <a:defRPr sz="1800"/>
            </a:lvl6pPr>
            <a:lvl7pPr lvl="6">
              <a:defRPr sz="1800"/>
            </a:lvl7pPr>
            <a:lvl8pPr lvl="7">
              <a:defRPr sz="1800"/>
            </a:lvl8pPr>
            <a:lvl9pPr lvl="8">
              <a:defRPr sz="18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29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0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1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35" name="内容占位符 3"/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  <a:lvl6pPr lvl="5">
              <a:defRPr sz="1600"/>
            </a:lvl6pPr>
            <a:lvl7pPr lvl="6">
              <a:defRPr sz="1600"/>
            </a:lvl7pPr>
            <a:lvl8pPr lvl="7">
              <a:defRPr sz="1600"/>
            </a:lvl8pPr>
            <a:lvl9pPr lvl="8">
              <a:defRPr sz="16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36" name="文本占位符 4"/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37" name="内容占位符 5"/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  <a:lvl6pPr lvl="5">
              <a:defRPr sz="1600"/>
            </a:lvl6pPr>
            <a:lvl7pPr lvl="6">
              <a:defRPr sz="1600"/>
            </a:lvl7pPr>
            <a:lvl8pPr lvl="7">
              <a:defRPr sz="1600"/>
            </a:lvl8pPr>
            <a:lvl9pPr lvl="8">
              <a:defRPr sz="16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38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9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0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4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5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8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9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lvl="0" algn="l">
              <a:defRPr sz="2000" b="1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53" name="文本占位符 3"/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lvl="0" indent="0">
              <a:buNone/>
              <a:defRPr sz="1400"/>
            </a:lvl1pPr>
            <a:lvl2pPr marL="457200" lvl="1" indent="0">
              <a:buNone/>
              <a:defRPr sz="1200"/>
            </a:lvl2pPr>
            <a:lvl3pPr marL="914400" lvl="2" indent="0">
              <a:buNone/>
              <a:defRPr sz="1000"/>
            </a:lvl3pPr>
            <a:lvl4pPr marL="1371600" lvl="3" indent="0">
              <a:buNone/>
              <a:defRPr sz="900"/>
            </a:lvl4pPr>
            <a:lvl5pPr marL="1828800" lvl="4" indent="0">
              <a:buNone/>
              <a:defRPr sz="900"/>
            </a:lvl5pPr>
            <a:lvl6pPr marL="2286000" lvl="5" indent="0">
              <a:buNone/>
              <a:defRPr sz="900"/>
            </a:lvl6pPr>
            <a:lvl7pPr marL="2743200" lvl="6" indent="0">
              <a:buNone/>
              <a:defRPr sz="900"/>
            </a:lvl7pPr>
            <a:lvl8pPr marL="3200400" lvl="7" indent="0">
              <a:buNone/>
              <a:defRPr sz="900"/>
            </a:lvl8pPr>
            <a:lvl9pPr marL="3657600" lvl="8" indent="0">
              <a:buNone/>
              <a:defRPr sz="9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54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5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6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lvl="0" algn="l">
              <a:defRPr sz="2000" b="1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pPr lvl="0"/>
            <a:endParaRPr lang="zh-CN"/>
          </a:p>
        </p:txBody>
      </p:sp>
      <p:sp>
        <p:nvSpPr>
          <p:cNvPr id="60" name="文本占位符 3"/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lvl="0" indent="0">
              <a:buNone/>
              <a:defRPr sz="1400"/>
            </a:lvl1pPr>
            <a:lvl2pPr marL="457200" lvl="1" indent="0">
              <a:buNone/>
              <a:defRPr sz="1200"/>
            </a:lvl2pPr>
            <a:lvl3pPr marL="914400" lvl="2" indent="0">
              <a:buNone/>
              <a:defRPr sz="1000"/>
            </a:lvl3pPr>
            <a:lvl4pPr marL="1371600" lvl="3" indent="0">
              <a:buNone/>
              <a:defRPr sz="900"/>
            </a:lvl4pPr>
            <a:lvl5pPr marL="1828800" lvl="4" indent="0">
              <a:buNone/>
              <a:defRPr sz="900"/>
            </a:lvl5pPr>
            <a:lvl6pPr marL="2286000" lvl="5" indent="0">
              <a:buNone/>
              <a:defRPr sz="900"/>
            </a:lvl6pPr>
            <a:lvl7pPr marL="2743200" lvl="6" indent="0">
              <a:buNone/>
              <a:defRPr sz="900"/>
            </a:lvl7pPr>
            <a:lvl8pPr marL="3200400" lvl="7" indent="0">
              <a:buNone/>
              <a:defRPr sz="900"/>
            </a:lvl8pPr>
            <a:lvl9pPr marL="3657600" lvl="8" indent="0">
              <a:buNone/>
              <a:defRPr sz="9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61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2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3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66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67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8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9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垂直排列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/>
          </p:nvPr>
        </p:nvSpPr>
        <p:spPr>
          <a:xfrm>
            <a:off x="6572250" y="457200"/>
            <a:ext cx="1885950" cy="5715000"/>
          </a:xfrm>
        </p:spPr>
        <p:txBody>
          <a:bodyPr vert="eaVert"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5" name="竖排文字占位符 2"/>
          <p:cNvSpPr>
            <a:spLocks noGrp="1"/>
          </p:cNvSpPr>
          <p:nvPr>
            <p:ph type="body" idx="1"/>
          </p:nvPr>
        </p:nvSpPr>
        <p:spPr>
          <a:xfrm>
            <a:off x="914400" y="457200"/>
            <a:ext cx="5505450" cy="5715000"/>
          </a:xfrm>
        </p:spPr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7" name="Rectangle 3"/>
          <p:cNvSpPr>
            <a:spLocks noGrp="1" noChangeArrowheads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8" name="Rectangle 4"/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idx="2"/>
          </p:nvPr>
        </p:nvSpPr>
        <p:spPr>
          <a:xfrm>
            <a:off x="9144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/>
          <a:lstStyle>
            <a:lvl1pPr lvl="0">
              <a:defRPr sz="1400">
                <a:latin typeface="Times New Roman" panose="02020603050405020304"/>
                <a:ea typeface="宋体" panose="02010600030101010101" pitchFamily="2" charset="-122"/>
              </a:defRPr>
            </a:lvl1pPr>
          </a:lstStyle>
          <a:p>
            <a:endParaRPr 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idx="3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/>
          <a:lstStyle>
            <a:lvl1pPr lvl="0" algn="ctr">
              <a:defRPr sz="1400">
                <a:latin typeface="Times New Roman" panose="02020603050405020304"/>
                <a:ea typeface="宋体" panose="02010600030101010101" pitchFamily="2" charset="-122"/>
              </a:defRPr>
            </a:lvl1pPr>
          </a:lstStyle>
          <a:p>
            <a:endParaRPr lang="zh-C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idx="4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8" rIns="92075" bIns="46038" numCol="1" anchor="ctr" anchorCtr="0"/>
          <a:lstStyle>
            <a:lvl1pPr lvl="0" algn="r">
              <a:defRPr sz="1400">
                <a:latin typeface="Times New Roman" panose="02020603050405020304"/>
                <a:ea typeface="宋体" panose="02010600030101010101" pitchFamily="2" charset="-122"/>
              </a:defRPr>
            </a:lvl1pPr>
          </a:lstStyle>
          <a:p>
            <a:endParaRPr 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457200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body" idx="9"/>
          </p:nvPr>
        </p:nvSpPr>
        <p:spPr>
          <a:xfrm>
            <a:off x="914400" y="1676400"/>
            <a:ext cx="7543800" cy="4495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t" anchorCtr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>
          <a:xfrm>
            <a:off x="288925" y="425450"/>
            <a:ext cx="8574088" cy="1173163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 lvl="0">
              <a:defRPr sz="2400">
                <a:solidFill>
                  <a:schemeClr val="tx1"/>
                </a:solidFill>
                <a:latin typeface="Times New Roman" panose="02020603050405020304"/>
              </a:defRPr>
            </a:lvl1pPr>
            <a:lvl2pPr marL="742950" lvl="1" indent="-285750">
              <a:defRPr sz="2400">
                <a:solidFill>
                  <a:schemeClr val="tx1"/>
                </a:solidFill>
                <a:latin typeface="Times New Roman" panose="02020603050405020304"/>
              </a:defRPr>
            </a:lvl2pPr>
            <a:lvl3pPr marL="1143000" lvl="2" indent="-228600">
              <a:defRPr sz="2400">
                <a:solidFill>
                  <a:schemeClr val="tx1"/>
                </a:solidFill>
                <a:latin typeface="Times New Roman" panose="02020603050405020304"/>
              </a:defRPr>
            </a:lvl3pPr>
            <a:lvl4pPr marL="1600200" lvl="3" indent="-228600">
              <a:defRPr sz="2400">
                <a:solidFill>
                  <a:schemeClr val="tx1"/>
                </a:solidFill>
                <a:latin typeface="Times New Roman" panose="02020603050405020304"/>
              </a:defRPr>
            </a:lvl4pPr>
            <a:lvl5pPr marL="2057400" lvl="4" indent="-228600">
              <a:defRPr sz="2400">
                <a:solidFill>
                  <a:schemeClr val="tx1"/>
                </a:solidFill>
                <a:latin typeface="Times New Roman" panose="02020603050405020304"/>
              </a:defRPr>
            </a:lvl5pPr>
            <a:lvl6pPr marL="2514600" lvl="5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6pPr>
            <a:lvl7pPr marL="2971800" lvl="6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7pPr>
            <a:lvl8pPr marL="3429000" lvl="7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8pPr>
            <a:lvl9pPr marL="3886200" lvl="8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9pPr>
          </a:lstStyle>
          <a:p>
            <a:endParaRPr lang="zh-CN">
              <a:ea typeface="宋体" panose="02010600030101010101" pitchFamily="2" charset="-122"/>
            </a:endParaRPr>
          </a:p>
        </p:txBody>
      </p:sp>
      <p:sp>
        <p:nvSpPr>
          <p:cNvPr id="8" name="Rectangle 14"/>
          <p:cNvSpPr>
            <a:spLocks noChangeArrowheads="1"/>
          </p:cNvSpPr>
          <p:nvPr/>
        </p:nvSpPr>
        <p:spPr>
          <a:xfrm>
            <a:off x="4191000" y="6477000"/>
            <a:ext cx="390525" cy="304800"/>
          </a:xfrm>
          <a:prstGeom prst="rect">
            <a:avLst/>
          </a:prstGeom>
          <a:noFill/>
          <a:ln>
            <a:noFill/>
          </a:ln>
        </p:spPr>
        <p:txBody>
          <a:bodyPr wrap="none" lIns="92075" tIns="46038" rIns="92075" bIns="46038">
            <a:spAutoFit/>
          </a:bodyPr>
          <a:lstStyle>
            <a:lvl1pPr lvl="0">
              <a:defRPr sz="2400">
                <a:solidFill>
                  <a:schemeClr val="tx1"/>
                </a:solidFill>
                <a:latin typeface="Times New Roman" panose="02020603050405020304"/>
              </a:defRPr>
            </a:lvl1pPr>
            <a:lvl2pPr marL="742950" lvl="1" indent="-285750">
              <a:defRPr sz="2400">
                <a:solidFill>
                  <a:schemeClr val="tx1"/>
                </a:solidFill>
                <a:latin typeface="Times New Roman" panose="02020603050405020304"/>
              </a:defRPr>
            </a:lvl2pPr>
            <a:lvl3pPr marL="1143000" lvl="2" indent="-228600">
              <a:defRPr sz="2400">
                <a:solidFill>
                  <a:schemeClr val="tx1"/>
                </a:solidFill>
                <a:latin typeface="Times New Roman" panose="02020603050405020304"/>
              </a:defRPr>
            </a:lvl3pPr>
            <a:lvl4pPr marL="1600200" lvl="3" indent="-228600">
              <a:defRPr sz="2400">
                <a:solidFill>
                  <a:schemeClr val="tx1"/>
                </a:solidFill>
                <a:latin typeface="Times New Roman" panose="02020603050405020304"/>
              </a:defRPr>
            </a:lvl4pPr>
            <a:lvl5pPr marL="2057400" lvl="4" indent="-228600">
              <a:defRPr sz="2400">
                <a:solidFill>
                  <a:schemeClr val="tx1"/>
                </a:solidFill>
                <a:latin typeface="Times New Roman" panose="02020603050405020304"/>
              </a:defRPr>
            </a:lvl5pPr>
            <a:lvl6pPr marL="2514600" lvl="5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6pPr>
            <a:lvl7pPr marL="2971800" lvl="6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7pPr>
            <a:lvl8pPr marL="3429000" lvl="7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8pPr>
            <a:lvl9pPr marL="3886200" lvl="8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9pPr>
          </a:lstStyle>
          <a:p>
            <a:fld id="{CDBD6E61-2A9D-4A79-B32E-4F4ABD903B94}" type="slidenum">
              <a:rPr lang="en-US" altLang="zh-CN" sz="1400">
                <a:solidFill>
                  <a:schemeClr val="tx2"/>
                </a:solidFill>
                <a:ea typeface="宋体" panose="02010600030101010101" pitchFamily="2" charset="-122"/>
              </a:rPr>
            </a:fld>
            <a:endParaRPr lang="en-US" sz="1200">
              <a:solidFill>
                <a:schemeClr val="tx2"/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9" name="Picture 15"/>
          <p:cNvPicPr>
            <a:picLocks noChangeAspect="1" noChangeArrowheads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2400" y="223838"/>
            <a:ext cx="3505200" cy="53816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17"/>
          <p:cNvSpPr>
            <a:spLocks noChangeArrowheads="1"/>
          </p:cNvSpPr>
          <p:nvPr/>
        </p:nvSpPr>
        <p:spPr>
          <a:xfrm>
            <a:off x="917575" y="13398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lvl="0">
              <a:defRPr sz="2400">
                <a:solidFill>
                  <a:schemeClr val="tx1"/>
                </a:solidFill>
                <a:latin typeface="Times New Roman" panose="02020603050405020304"/>
              </a:defRPr>
            </a:lvl1pPr>
            <a:lvl2pPr marL="742950" lvl="1" indent="-285750">
              <a:defRPr sz="2400">
                <a:solidFill>
                  <a:schemeClr val="tx1"/>
                </a:solidFill>
                <a:latin typeface="Times New Roman" panose="02020603050405020304"/>
              </a:defRPr>
            </a:lvl2pPr>
            <a:lvl3pPr marL="1143000" lvl="2" indent="-228600">
              <a:defRPr sz="2400">
                <a:solidFill>
                  <a:schemeClr val="tx1"/>
                </a:solidFill>
                <a:latin typeface="Times New Roman" panose="02020603050405020304"/>
              </a:defRPr>
            </a:lvl3pPr>
            <a:lvl4pPr marL="1600200" lvl="3" indent="-228600">
              <a:defRPr sz="2400">
                <a:solidFill>
                  <a:schemeClr val="tx1"/>
                </a:solidFill>
                <a:latin typeface="Times New Roman" panose="02020603050405020304"/>
              </a:defRPr>
            </a:lvl4pPr>
            <a:lvl5pPr marL="2057400" lvl="4" indent="-228600">
              <a:defRPr sz="2400">
                <a:solidFill>
                  <a:schemeClr val="tx1"/>
                </a:solidFill>
                <a:latin typeface="Times New Roman" panose="02020603050405020304"/>
              </a:defRPr>
            </a:lvl5pPr>
            <a:lvl6pPr marL="2514600" lvl="5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6pPr>
            <a:lvl7pPr marL="2971800" lvl="6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7pPr>
            <a:lvl8pPr marL="3429000" lvl="7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8pPr>
            <a:lvl9pPr marL="3886200" lvl="8" indent="-228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/>
              </a:defRPr>
            </a:lvl9pPr>
          </a:lstStyle>
          <a:p>
            <a:pPr algn="ctr"/>
            <a:endParaRPr lang="zh-CN">
              <a:latin typeface="Tahoma" panose="020B0604030504040204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lvl="0" algn="ctr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/>
          <a:ea typeface="+mj-ea"/>
        </a:defRPr>
      </a:lvl1pPr>
      <a:lvl2pPr lvl="1" algn="ctr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/>
        </a:defRPr>
      </a:lvl2pPr>
      <a:lvl3pPr lvl="2" algn="ctr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/>
        </a:defRPr>
      </a:lvl3pPr>
      <a:lvl4pPr lvl="3" algn="ctr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/>
        </a:defRPr>
      </a:lvl4pPr>
      <a:lvl5pPr lvl="4" algn="ctr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/>
        </a:defRPr>
      </a:lvl5pPr>
      <a:lvl6pPr marL="457200" lvl="5" algn="ctr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/>
        </a:defRPr>
      </a:lvl6pPr>
      <a:lvl7pPr marL="914400" lvl="6" algn="ctr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/>
        </a:defRPr>
      </a:lvl7pPr>
      <a:lvl8pPr marL="1371600" lvl="7" algn="ctr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/>
        </a:defRPr>
      </a:lvl8pPr>
      <a:lvl9pPr marL="1828800" lvl="8" algn="ctr">
        <a:spcBef>
          <a:spcPct val="0"/>
        </a:spcBef>
        <a:spcAft>
          <a:spcPct val="0"/>
        </a:spcAft>
        <a:defRPr sz="3200" b="1">
          <a:solidFill>
            <a:srgbClr val="063DE8"/>
          </a:solidFill>
          <a:latin typeface="Book Antiqua" panose="02040602050305030304"/>
        </a:defRPr>
      </a:lvl9pPr>
    </p:titleStyle>
    <p:bodyStyle>
      <a:lvl1pPr marL="342900" lvl="0" indent="-342900" algn="l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 sz="2600">
          <a:solidFill>
            <a:schemeClr val="tx1"/>
          </a:solidFill>
          <a:latin typeface="Times New Roman" panose="02020603050405020304"/>
          <a:ea typeface="+mn-ea"/>
        </a:defRPr>
      </a:lvl1pPr>
      <a:lvl2pPr marL="742950" lvl="1" indent="-285750" algn="l">
        <a:spcBef>
          <a:spcPct val="20000"/>
        </a:spcBef>
        <a:spcAft>
          <a:spcPct val="0"/>
        </a:spcAft>
        <a:buClr>
          <a:srgbClr val="063DE8"/>
        </a:buClr>
        <a:buSzPct val="70000"/>
        <a:buFont typeface="Monotype Sorts" charset="2"/>
        <a:buChar char="ä"/>
        <a:defRPr sz="2400">
          <a:solidFill>
            <a:schemeClr val="tx1"/>
          </a:solidFill>
          <a:latin typeface="Times New Roman" panose="02020603050405020304"/>
        </a:defRPr>
      </a:lvl2pPr>
      <a:lvl3pPr marL="1143000" lvl="2" indent="-228600" algn="l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 sz="2200">
          <a:solidFill>
            <a:schemeClr val="tx1"/>
          </a:solidFill>
          <a:latin typeface="Times New Roman" panose="02020603050405020304"/>
        </a:defRPr>
      </a:lvl3pPr>
      <a:lvl4pPr marL="1600200" lvl="3" indent="-228600" algn="l">
        <a:spcBef>
          <a:spcPct val="20000"/>
        </a:spcBef>
        <a:spcAft>
          <a:spcPct val="0"/>
        </a:spcAft>
        <a:buClr>
          <a:srgbClr val="063DE8"/>
        </a:buClr>
        <a:buSzPct val="70000"/>
        <a:buFont typeface="Monotype Sorts" charset="2"/>
        <a:buChar char="ä"/>
        <a:defRPr sz="2000">
          <a:solidFill>
            <a:schemeClr val="tx1"/>
          </a:solidFill>
          <a:latin typeface="Times New Roman" panose="02020603050405020304"/>
        </a:defRPr>
      </a:lvl4pPr>
      <a:lvl5pPr marL="2057400" lvl="4" indent="-228600" algn="l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Times New Roman" panose="02020603050405020304"/>
        </a:defRPr>
      </a:lvl5pPr>
      <a:lvl6pPr marL="2514600" lvl="5" indent="-228600" algn="l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Times New Roman" panose="02020603050405020304"/>
        </a:defRPr>
      </a:lvl6pPr>
      <a:lvl7pPr marL="2971800" lvl="6" indent="-228600" algn="l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Times New Roman" panose="02020603050405020304"/>
        </a:defRPr>
      </a:lvl7pPr>
      <a:lvl8pPr marL="3429000" lvl="7" indent="-228600" algn="l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Times New Roman" panose="02020603050405020304"/>
        </a:defRPr>
      </a:lvl8pPr>
      <a:lvl9pPr marL="3886200" lvl="8" indent="-228600" algn="l">
        <a:spcBef>
          <a:spcPct val="20000"/>
        </a:spcBef>
        <a:spcAft>
          <a:spcPct val="0"/>
        </a:spcAft>
        <a:buClr>
          <a:srgbClr val="063DE8"/>
        </a:buClr>
        <a:buSzPct val="125000"/>
        <a:buChar char="•"/>
        <a:defRPr>
          <a:solidFill>
            <a:schemeClr val="tx1"/>
          </a:solidFill>
          <a:latin typeface="Times New Roman" panose="02020603050405020304"/>
        </a:defRPr>
      </a:lvl9pPr>
    </p:bodyStyle>
    <p:otherStyle>
      <a:lvl1pPr marL="0" lvl="0" algn="l" defTabSz="914400">
        <a:defRPr sz="1800" kern="1200">
          <a:solidFill>
            <a:schemeClr val="tx1"/>
          </a:solidFill>
          <a:latin typeface="Times New Roman" panose="02020603050405020304"/>
          <a:ea typeface="+mn-ea"/>
        </a:defRPr>
      </a:lvl1pPr>
      <a:lvl2pPr marL="457200" lvl="1" algn="l" defTabSz="914400">
        <a:defRPr sz="1800" kern="1200">
          <a:solidFill>
            <a:schemeClr val="tx1"/>
          </a:solidFill>
          <a:latin typeface="Times New Roman" panose="02020603050405020304"/>
          <a:ea typeface="+mn-ea"/>
        </a:defRPr>
      </a:lvl2pPr>
      <a:lvl3pPr marL="914400" lvl="2" algn="l" defTabSz="914400">
        <a:defRPr sz="1800" kern="1200">
          <a:solidFill>
            <a:schemeClr val="tx1"/>
          </a:solidFill>
          <a:latin typeface="Times New Roman" panose="02020603050405020304"/>
          <a:ea typeface="+mn-ea"/>
        </a:defRPr>
      </a:lvl3pPr>
      <a:lvl4pPr marL="1371600" lvl="3" algn="l" defTabSz="914400">
        <a:defRPr sz="1800" kern="1200">
          <a:solidFill>
            <a:schemeClr val="tx1"/>
          </a:solidFill>
          <a:latin typeface="Times New Roman" panose="02020603050405020304"/>
          <a:ea typeface="+mn-ea"/>
        </a:defRPr>
      </a:lvl4pPr>
      <a:lvl5pPr marL="1828800" lvl="4" algn="l" defTabSz="914400">
        <a:defRPr sz="1800" kern="1200">
          <a:solidFill>
            <a:schemeClr val="tx1"/>
          </a:solidFill>
          <a:latin typeface="Times New Roman" panose="02020603050405020304"/>
          <a:ea typeface="+mn-ea"/>
        </a:defRPr>
      </a:lvl5pPr>
      <a:lvl6pPr marL="2286000" lvl="5" algn="l" defTabSz="914400">
        <a:defRPr sz="1800" kern="1200">
          <a:solidFill>
            <a:schemeClr val="tx1"/>
          </a:solidFill>
          <a:latin typeface="Times New Roman" panose="02020603050405020304"/>
          <a:ea typeface="+mn-ea"/>
        </a:defRPr>
      </a:lvl6pPr>
      <a:lvl7pPr marL="2743200" lvl="6" algn="l" defTabSz="914400">
        <a:defRPr sz="1800" kern="1200">
          <a:solidFill>
            <a:schemeClr val="tx1"/>
          </a:solidFill>
          <a:latin typeface="Times New Roman" panose="02020603050405020304"/>
          <a:ea typeface="+mn-ea"/>
        </a:defRPr>
      </a:lvl7pPr>
      <a:lvl8pPr marL="3200400" lvl="7" algn="l" defTabSz="914400">
        <a:defRPr sz="1800" kern="1200">
          <a:solidFill>
            <a:schemeClr val="tx1"/>
          </a:solidFill>
          <a:latin typeface="Times New Roman" panose="02020603050405020304"/>
          <a:ea typeface="+mn-ea"/>
        </a:defRPr>
      </a:lvl8pPr>
      <a:lvl9pPr marL="3657600" lvl="8" algn="l" defTabSz="914400">
        <a:defRPr sz="1800" kern="1200">
          <a:solidFill>
            <a:schemeClr val="tx1"/>
          </a:solidFill>
          <a:latin typeface="Times New Roman" panose="02020603050405020304"/>
          <a:ea typeface="+mn-e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zh-CN">
                <a:latin typeface="宋体" panose="02010600030101010101" pitchFamily="2" charset="-122"/>
                <a:ea typeface="宋体" panose="02010600030101010101" pitchFamily="2" charset="-122"/>
              </a:rPr>
              <a:t>四次作业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2620" y="1416050"/>
            <a:ext cx="8034655" cy="511238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b="1">
                <a:ea typeface="宋体" panose="02010600030101010101" pitchFamily="2" charset="-122"/>
              </a:rPr>
              <a:t>练习</a:t>
            </a:r>
            <a:r>
              <a:rPr lang="en-US" b="1">
                <a:ea typeface="宋体" panose="02010600030101010101" pitchFamily="2" charset="-122"/>
              </a:rPr>
              <a:t>3.2.1</a:t>
            </a:r>
            <a:r>
              <a:rPr lang="zh-CN" b="1">
                <a:ea typeface="宋体" panose="02010600030101010101" pitchFamily="2" charset="-122"/>
              </a:rPr>
              <a:t>：为下面的语言设计一个</a:t>
            </a:r>
            <a:r>
              <a:rPr lang="en-US" b="1">
                <a:ea typeface="宋体" panose="02010600030101010101" pitchFamily="2" charset="-122"/>
              </a:rPr>
              <a:t>DFA</a:t>
            </a:r>
            <a:r>
              <a:rPr lang="zh-CN" b="1">
                <a:ea typeface="宋体" panose="02010600030101010101" pitchFamily="2" charset="-122"/>
              </a:rPr>
              <a:t>或</a:t>
            </a:r>
            <a:r>
              <a:rPr lang="en-US" b="1">
                <a:ea typeface="宋体" panose="02010600030101010101" pitchFamily="2" charset="-122"/>
              </a:rPr>
              <a:t>NFA</a:t>
            </a:r>
            <a:endParaRPr lang="en-US" b="1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sz="1800" b="1">
                <a:ea typeface="宋体" panose="02010600030101010101" pitchFamily="2" charset="-122"/>
              </a:rPr>
              <a:t>    1) </a:t>
            </a:r>
            <a:r>
              <a:rPr lang="zh-CN" altLang="en-US" sz="1800" b="1">
                <a:ea typeface="宋体" panose="02010600030101010101" pitchFamily="2" charset="-122"/>
              </a:rPr>
              <a:t>所有由小写字母组成、并且至少包含</a:t>
            </a:r>
            <a:r>
              <a:rPr lang="en-US" altLang="zh-CN" sz="1800" b="1">
                <a:ea typeface="宋体" panose="02010600030101010101" pitchFamily="2" charset="-122"/>
              </a:rPr>
              <a:t> 3 </a:t>
            </a:r>
            <a:r>
              <a:rPr lang="zh-CN" altLang="en-US" sz="1800" b="1">
                <a:ea typeface="宋体" panose="02010600030101010101" pitchFamily="2" charset="-122"/>
              </a:rPr>
              <a:t>个元音</a:t>
            </a:r>
            <a:r>
              <a:rPr lang="en-US" altLang="zh-CN" sz="1800" b="1">
                <a:ea typeface="宋体" panose="02010600030101010101" pitchFamily="2" charset="-122"/>
              </a:rPr>
              <a:t> a,e,i</a:t>
            </a:r>
            <a:r>
              <a:rPr lang="zh-CN" altLang="en-US" sz="1800" b="1">
                <a:ea typeface="宋体" panose="02010600030101010101" pitchFamily="2" charset="-122"/>
              </a:rPr>
              <a:t>，且这</a:t>
            </a:r>
            <a:r>
              <a:rPr lang="en-US" altLang="zh-CN" sz="1800" b="1">
                <a:ea typeface="宋体" panose="02010600030101010101" pitchFamily="2" charset="-122"/>
              </a:rPr>
              <a:t> 3 </a:t>
            </a:r>
            <a:r>
              <a:rPr lang="zh-CN" altLang="en-US" sz="1800" b="1">
                <a:ea typeface="宋体" panose="02010600030101010101" pitchFamily="2" charset="-122"/>
              </a:rPr>
              <a:t>个元音</a:t>
            </a:r>
            <a:r>
              <a:rPr lang="en-US" altLang="zh-CN" sz="1800" b="1">
                <a:ea typeface="宋体" panose="02010600030101010101" pitchFamily="2" charset="-122"/>
              </a:rPr>
              <a:t>	   </a:t>
            </a:r>
            <a:r>
              <a:rPr lang="zh-CN" altLang="en-US" sz="1800" b="1">
                <a:ea typeface="宋体" panose="02010600030101010101" pitchFamily="2" charset="-122"/>
              </a:rPr>
              <a:t>必须按顺序出现的串。说明：辅音可以出现在任意位置，元音</a:t>
            </a:r>
            <a:r>
              <a:rPr lang="en-US" altLang="zh-CN" sz="1800" b="1">
                <a:ea typeface="宋体" panose="02010600030101010101" pitchFamily="2" charset="-122"/>
              </a:rPr>
              <a:t> a,e,i </a:t>
            </a:r>
            <a:r>
              <a:rPr lang="zh-CN" altLang="en-US" sz="1800" b="1">
                <a:ea typeface="宋体" panose="02010600030101010101" pitchFamily="2" charset="-122"/>
              </a:rPr>
              <a:t>可以重复出现，但不能出现违反顺序的情况。</a:t>
            </a:r>
            <a:endParaRPr lang="zh-CN" altLang="en-US" sz="1800" b="1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sz="1800" b="1">
                <a:ea typeface="宋体" panose="02010600030101010101" pitchFamily="2" charset="-122"/>
              </a:rPr>
              <a:t>    2) </a:t>
            </a:r>
            <a:r>
              <a:rPr lang="zh-CN" altLang="en-US" sz="1800" b="1">
                <a:ea typeface="宋体" panose="02010600030101010101" pitchFamily="2" charset="-122"/>
              </a:rPr>
              <a:t>所有由</a:t>
            </a:r>
            <a:r>
              <a:rPr lang="en-US" altLang="zh-CN" sz="1800" b="1">
                <a:ea typeface="宋体" panose="02010600030101010101" pitchFamily="2" charset="-122"/>
              </a:rPr>
              <a:t>a</a:t>
            </a:r>
            <a:r>
              <a:rPr lang="zh-CN" altLang="en-US" sz="1800" b="1">
                <a:ea typeface="宋体" panose="02010600030101010101" pitchFamily="2" charset="-122"/>
              </a:rPr>
              <a:t>和</a:t>
            </a:r>
            <a:r>
              <a:rPr lang="en-US" altLang="zh-CN" sz="1800" b="1">
                <a:ea typeface="宋体" panose="02010600030101010101" pitchFamily="2" charset="-122"/>
              </a:rPr>
              <a:t>b</a:t>
            </a:r>
            <a:r>
              <a:rPr lang="zh-CN" altLang="en-US" sz="1800" b="1">
                <a:ea typeface="宋体" panose="02010600030101010101" pitchFamily="2" charset="-122"/>
              </a:rPr>
              <a:t>构成，且以</a:t>
            </a:r>
            <a:r>
              <a:rPr lang="en-US" altLang="zh-CN" sz="1800" b="1">
                <a:ea typeface="宋体" panose="02010600030101010101" pitchFamily="2" charset="-122"/>
              </a:rPr>
              <a:t>b</a:t>
            </a:r>
            <a:r>
              <a:rPr lang="zh-CN" altLang="en-US" sz="1800" b="1">
                <a:ea typeface="宋体" panose="02010600030101010101" pitchFamily="2" charset="-122"/>
              </a:rPr>
              <a:t>开头并以</a:t>
            </a:r>
            <a:r>
              <a:rPr lang="en-US" altLang="zh-CN" sz="1800" b="1">
                <a:ea typeface="宋体" panose="02010600030101010101" pitchFamily="2" charset="-122"/>
              </a:rPr>
              <a:t>b</a:t>
            </a:r>
            <a:r>
              <a:rPr lang="zh-CN" altLang="en-US" sz="1800" b="1">
                <a:ea typeface="宋体" panose="02010600030101010101" pitchFamily="2" charset="-122"/>
              </a:rPr>
              <a:t>结尾的串</a:t>
            </a:r>
            <a:endParaRPr sz="1800" b="1"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b="1">
                <a:ea typeface="宋体" panose="02010600030101010101" pitchFamily="2" charset="-122"/>
              </a:rPr>
              <a:t>练习</a:t>
            </a:r>
            <a:r>
              <a:rPr lang="en-US" b="1">
                <a:ea typeface="宋体" panose="02010600030101010101" pitchFamily="2" charset="-122"/>
              </a:rPr>
              <a:t>3.2.2</a:t>
            </a:r>
            <a:r>
              <a:rPr lang="zh-CN" b="1">
                <a:ea typeface="宋体" panose="02010600030101010101" pitchFamily="2" charset="-122"/>
              </a:rPr>
              <a:t>：模拟下图所示</a:t>
            </a:r>
            <a:r>
              <a:rPr lang="en-US" b="1">
                <a:ea typeface="宋体" panose="02010600030101010101" pitchFamily="2" charset="-122"/>
              </a:rPr>
              <a:t>NFA</a:t>
            </a:r>
            <a:r>
              <a:rPr lang="zh-CN" b="1">
                <a:ea typeface="宋体" panose="02010600030101010101" pitchFamily="2" charset="-122"/>
              </a:rPr>
              <a:t>处理输入</a:t>
            </a:r>
            <a:r>
              <a:rPr lang="en-US" b="1">
                <a:ea typeface="宋体" panose="02010600030101010101" pitchFamily="2" charset="-122"/>
              </a:rPr>
              <a:t>abba</a:t>
            </a:r>
            <a:r>
              <a:rPr lang="zh-CN" b="1">
                <a:ea typeface="宋体" panose="02010600030101010101" pitchFamily="2" charset="-122"/>
              </a:rPr>
              <a:t>的过程</a:t>
            </a:r>
            <a:endParaRPr lang="en-US" b="1"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b="1">
                <a:ea typeface="宋体" panose="02010600030101010101" pitchFamily="2" charset="-122"/>
              </a:rPr>
              <a:t>练习</a:t>
            </a:r>
            <a:r>
              <a:rPr lang="en-US" b="1">
                <a:ea typeface="宋体" panose="02010600030101010101" pitchFamily="2" charset="-122"/>
              </a:rPr>
              <a:t>3.2.3</a:t>
            </a:r>
            <a:r>
              <a:rPr lang="zh-CN" b="1">
                <a:ea typeface="宋体" panose="02010600030101010101" pitchFamily="2" charset="-122"/>
              </a:rPr>
              <a:t>：使用算法</a:t>
            </a:r>
            <a:r>
              <a:rPr lang="en-US" b="1">
                <a:ea typeface="宋体" panose="02010600030101010101" pitchFamily="2" charset="-122"/>
              </a:rPr>
              <a:t>3.23</a:t>
            </a:r>
            <a:r>
              <a:rPr lang="zh-CN" b="1">
                <a:ea typeface="宋体" panose="02010600030101010101" pitchFamily="2" charset="-122"/>
              </a:rPr>
              <a:t>和</a:t>
            </a:r>
            <a:r>
              <a:rPr lang="en-US" b="1">
                <a:ea typeface="宋体" panose="02010600030101010101" pitchFamily="2" charset="-122"/>
              </a:rPr>
              <a:t>3.20</a:t>
            </a:r>
            <a:r>
              <a:rPr lang="zh-CN" b="1">
                <a:ea typeface="宋体" panose="02010600030101010101" pitchFamily="2" charset="-122"/>
              </a:rPr>
              <a:t>将下述正则表达式转换为</a:t>
            </a:r>
            <a:r>
              <a:rPr lang="en-US" b="1">
                <a:ea typeface="宋体" panose="02010600030101010101" pitchFamily="2" charset="-122"/>
              </a:rPr>
              <a:t>DFA</a:t>
            </a:r>
            <a:r>
              <a:rPr lang="zh-CN" b="1">
                <a:ea typeface="宋体" panose="02010600030101010101" pitchFamily="2" charset="-122"/>
              </a:rPr>
              <a:t>，并尝试化简该</a:t>
            </a:r>
            <a:r>
              <a:rPr lang="en-US" b="1">
                <a:ea typeface="宋体" panose="02010600030101010101" pitchFamily="2" charset="-122"/>
              </a:rPr>
              <a:t>DFA</a:t>
            </a:r>
            <a:endParaRPr lang="en-US" b="1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sz="1800" b="1">
                <a:ea typeface="宋体" panose="02010600030101010101" pitchFamily="2" charset="-122"/>
              </a:rPr>
              <a:t>    1) (</a:t>
            </a:r>
            <a:r>
              <a:rPr lang="en-US" sz="1800" b="1">
                <a:ea typeface="宋体" panose="02010600030101010101" pitchFamily="2" charset="-122"/>
                <a:sym typeface="+mn-ea"/>
              </a:rPr>
              <a:t>a </a:t>
            </a:r>
            <a:r>
              <a:rPr lang="el-GR" sz="1800" b="1">
                <a:ea typeface="宋体" panose="02010600030101010101" pitchFamily="2" charset="-122"/>
              </a:rPr>
              <a:t>|</a:t>
            </a:r>
            <a:r>
              <a:rPr lang="en-US" altLang="el-GR" sz="1800" b="1">
                <a:ea typeface="宋体" panose="02010600030101010101" pitchFamily="2" charset="-122"/>
              </a:rPr>
              <a:t> </a:t>
            </a:r>
            <a:r>
              <a:rPr lang="el-GR" sz="1800" b="1">
                <a:ea typeface="宋体" panose="02010600030101010101" pitchFamily="2" charset="-122"/>
                <a:sym typeface="+mn-ea"/>
              </a:rPr>
              <a:t>ε</a:t>
            </a:r>
            <a:r>
              <a:rPr lang="el-GR" sz="1800" b="1">
                <a:ea typeface="宋体" panose="02010600030101010101" pitchFamily="2" charset="-122"/>
              </a:rPr>
              <a:t> </a:t>
            </a:r>
            <a:r>
              <a:rPr lang="en-US" sz="1800" b="1">
                <a:ea typeface="宋体" panose="02010600030101010101" pitchFamily="2" charset="-122"/>
              </a:rPr>
              <a:t>)b *</a:t>
            </a:r>
            <a:endParaRPr lang="en-US" sz="1800" b="1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sz="1800" b="1">
                <a:ea typeface="宋体" panose="02010600030101010101" pitchFamily="2" charset="-122"/>
              </a:rPr>
              <a:t>    2) ( a | b ) *aba(a | b ) *</a:t>
            </a:r>
            <a:endParaRPr lang="en-US" sz="1800" b="1"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b="1">
                <a:ea typeface="宋体" panose="02010600030101010101" pitchFamily="2" charset="-122"/>
              </a:rPr>
              <a:t>练习</a:t>
            </a:r>
            <a:r>
              <a:rPr lang="en-US" b="1">
                <a:ea typeface="宋体" panose="02010600030101010101" pitchFamily="2" charset="-122"/>
              </a:rPr>
              <a:t>3.2.4*</a:t>
            </a:r>
            <a:r>
              <a:rPr lang="zh-CN" b="1">
                <a:ea typeface="宋体" panose="02010600030101010101" pitchFamily="2" charset="-122"/>
              </a:rPr>
              <a:t>：所有能被</a:t>
            </a:r>
            <a:r>
              <a:rPr lang="en-US" altLang="zh-CN" b="1">
                <a:ea typeface="宋体" panose="02010600030101010101" pitchFamily="2" charset="-122"/>
              </a:rPr>
              <a:t>5</a:t>
            </a:r>
            <a:r>
              <a:rPr lang="zh-CN" b="1">
                <a:ea typeface="宋体" panose="02010600030101010101" pitchFamily="2" charset="-122"/>
              </a:rPr>
              <a:t>整除的正整数的二进制串能否被正则表达式表示？如果能，给出一个正则表达式；如果不能，讨论其原因。</a:t>
            </a:r>
            <a:endParaRPr lang="zh-CN" b="1"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b="1"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b="1"/>
          </a:p>
        </p:txBody>
      </p:sp>
      <p:sp>
        <p:nvSpPr>
          <p:cNvPr id="4" name="文本框 10"/>
          <p:cNvSpPr txBox="1"/>
          <p:nvPr/>
        </p:nvSpPr>
        <p:spPr>
          <a:xfrm>
            <a:off x="6372200" y="950467"/>
            <a:ext cx="25202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1800" b="1">
                <a:solidFill>
                  <a:srgbClr val="063DE8"/>
                </a:solidFill>
              </a:rPr>
              <a:t>截止日期：202</a:t>
            </a:r>
            <a:r>
              <a:rPr lang="en-US" altLang="zh-CN" sz="1800" b="1">
                <a:solidFill>
                  <a:srgbClr val="063DE8"/>
                </a:solidFill>
              </a:rPr>
              <a:t>6</a:t>
            </a:r>
            <a:r>
              <a:rPr lang="en-US" sz="1800" b="1">
                <a:solidFill>
                  <a:srgbClr val="063DE8"/>
                </a:solidFill>
              </a:rPr>
              <a:t>.</a:t>
            </a:r>
            <a:r>
              <a:rPr lang="zh-CN" sz="1800" b="1">
                <a:solidFill>
                  <a:srgbClr val="063DE8"/>
                </a:solidFill>
              </a:rPr>
              <a:t>0</a:t>
            </a:r>
            <a:r>
              <a:rPr lang="en-US" altLang="zh-CN" sz="1800" b="1">
                <a:solidFill>
                  <a:srgbClr val="063DE8"/>
                </a:solidFill>
              </a:rPr>
              <a:t>4</a:t>
            </a:r>
            <a:r>
              <a:rPr lang="en-US" sz="1800" b="1">
                <a:solidFill>
                  <a:srgbClr val="063DE8"/>
                </a:solidFill>
              </a:rPr>
              <a:t>.02</a:t>
            </a:r>
            <a:endParaRPr lang="zh-CN" sz="1800" b="1">
              <a:solidFill>
                <a:srgbClr val="063DE8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9911" y="3328298"/>
            <a:ext cx="4829175" cy="14763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358</Words>
  <Application>WPS 演示</Application>
  <PresentationFormat/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Times New Roman</vt:lpstr>
      <vt:lpstr>Arial</vt:lpstr>
      <vt:lpstr>Tahoma</vt:lpstr>
      <vt:lpstr>Book Antiqua</vt:lpstr>
      <vt:lpstr>Monotype Sorts</vt:lpstr>
      <vt:lpstr>Wingdings</vt:lpstr>
      <vt:lpstr>微软雅黑</vt:lpstr>
      <vt:lpstr>Arial Unicode MS</vt:lpstr>
      <vt:lpstr>Calibri</vt:lpstr>
      <vt:lpstr>Office 主题​​</vt:lpstr>
      <vt:lpstr>第四次作业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第三次作业</dc:title>
  <dc:creator/>
  <cp:lastModifiedBy>Cheng Yue</cp:lastModifiedBy>
  <cp:revision>6</cp:revision>
  <dcterms:created xsi:type="dcterms:W3CDTF">2025-03-17T11:44:00Z</dcterms:created>
  <dcterms:modified xsi:type="dcterms:W3CDTF">2026-03-25T01:46:16Z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3C02057555574A719AAB14B0B56DA182_13</vt:lpwstr>
  </property>
  <property fmtid="{D5CDD505-2E9C-101B-9397-08002B2CF9AE}" pid="3" name="KSOProductBuildVer">
    <vt:lpwstr>2052-12.1.0.25225</vt:lpwstr>
  </property>
</Properties>
</file>